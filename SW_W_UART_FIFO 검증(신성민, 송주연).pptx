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8" r:id="rId2"/>
    <p:sldId id="287" r:id="rId3"/>
    <p:sldId id="270" r:id="rId4"/>
    <p:sldId id="266" r:id="rId5"/>
    <p:sldId id="265" r:id="rId6"/>
    <p:sldId id="267" r:id="rId7"/>
    <p:sldId id="274" r:id="rId8"/>
    <p:sldId id="269" r:id="rId9"/>
    <p:sldId id="271" r:id="rId10"/>
    <p:sldId id="272" r:id="rId11"/>
    <p:sldId id="275" r:id="rId12"/>
    <p:sldId id="273" r:id="rId13"/>
    <p:sldId id="280" r:id="rId14"/>
    <p:sldId id="281" r:id="rId15"/>
    <p:sldId id="279" r:id="rId16"/>
    <p:sldId id="268" r:id="rId17"/>
    <p:sldId id="276" r:id="rId18"/>
    <p:sldId id="282" r:id="rId19"/>
    <p:sldId id="283" r:id="rId20"/>
    <p:sldId id="284" r:id="rId21"/>
    <p:sldId id="277" r:id="rId22"/>
    <p:sldId id="278" r:id="rId23"/>
    <p:sldId id="285" r:id="rId24"/>
    <p:sldId id="288" r:id="rId25"/>
    <p:sldId id="291" r:id="rId26"/>
    <p:sldId id="300" r:id="rId27"/>
    <p:sldId id="292" r:id="rId28"/>
    <p:sldId id="311" r:id="rId29"/>
    <p:sldId id="303" r:id="rId30"/>
    <p:sldId id="312" r:id="rId31"/>
    <p:sldId id="299" r:id="rId32"/>
    <p:sldId id="302" r:id="rId33"/>
    <p:sldId id="289" r:id="rId34"/>
    <p:sldId id="290" r:id="rId35"/>
    <p:sldId id="294" r:id="rId36"/>
    <p:sldId id="295" r:id="rId37"/>
    <p:sldId id="297" r:id="rId38"/>
    <p:sldId id="298" r:id="rId39"/>
    <p:sldId id="306" r:id="rId40"/>
    <p:sldId id="307" r:id="rId41"/>
    <p:sldId id="308" r:id="rId42"/>
    <p:sldId id="309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D17E5-105B-4BE5-BDE5-0C225E44AF17}" v="43" dt="2026-03-02T23:50:10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1" autoAdjust="0"/>
    <p:restoredTop sz="94496" autoAdjust="0"/>
  </p:normalViewPr>
  <p:slideViewPr>
    <p:cSldViewPr snapToGrid="0">
      <p:cViewPr varScale="1">
        <p:scale>
          <a:sx n="101" d="100"/>
          <a:sy n="101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yeon Song" userId="183323d2dc27c433" providerId="LiveId" clId="{7DF582DF-5E11-4E91-922F-031F0E5729CB}"/>
    <pc:docChg chg="undo custSel addSld delSld modSld sldOrd">
      <pc:chgData name="Juyeon Song" userId="183323d2dc27c433" providerId="LiveId" clId="{7DF582DF-5E11-4E91-922F-031F0E5729CB}" dt="2026-03-02T23:57:14.115" v="4513" actId="20577"/>
      <pc:docMkLst>
        <pc:docMk/>
      </pc:docMkLst>
      <pc:sldChg chg="modSp mod">
        <pc:chgData name="Juyeon Song" userId="183323d2dc27c433" providerId="LiveId" clId="{7DF582DF-5E11-4E91-922F-031F0E5729CB}" dt="2026-03-02T23:57:14.115" v="4513" actId="20577"/>
        <pc:sldMkLst>
          <pc:docMk/>
          <pc:sldMk cId="1807217596" sldId="258"/>
        </pc:sldMkLst>
        <pc:spChg chg="mod">
          <ac:chgData name="Juyeon Song" userId="183323d2dc27c433" providerId="LiveId" clId="{7DF582DF-5E11-4E91-922F-031F0E5729CB}" dt="2026-03-02T23:57:14.115" v="4513" actId="20577"/>
          <ac:spMkLst>
            <pc:docMk/>
            <pc:sldMk cId="1807217596" sldId="258"/>
            <ac:spMk id="3" creationId="{9A4B602C-E34D-410A-84D3-7FB9738C097E}"/>
          </ac:spMkLst>
        </pc:spChg>
      </pc:sldChg>
      <pc:sldChg chg="modSp mod">
        <pc:chgData name="Juyeon Song" userId="183323d2dc27c433" providerId="LiveId" clId="{7DF582DF-5E11-4E91-922F-031F0E5729CB}" dt="2026-03-02T16:19:24.773" v="137" actId="1076"/>
        <pc:sldMkLst>
          <pc:docMk/>
          <pc:sldMk cId="1779138193" sldId="266"/>
        </pc:sldMkLst>
        <pc:spChg chg="mod">
          <ac:chgData name="Juyeon Song" userId="183323d2dc27c433" providerId="LiveId" clId="{7DF582DF-5E11-4E91-922F-031F0E5729CB}" dt="2026-03-02T16:19:24.773" v="137" actId="1076"/>
          <ac:spMkLst>
            <pc:docMk/>
            <pc:sldMk cId="1779138193" sldId="266"/>
            <ac:spMk id="10" creationId="{7A09EAEC-7062-12E5-AC17-3061B4051D5E}"/>
          </ac:spMkLst>
        </pc:spChg>
      </pc:sldChg>
      <pc:sldChg chg="modSp mod">
        <pc:chgData name="Juyeon Song" userId="183323d2dc27c433" providerId="LiveId" clId="{7DF582DF-5E11-4E91-922F-031F0E5729CB}" dt="2026-03-02T14:31:43.593" v="4" actId="1076"/>
        <pc:sldMkLst>
          <pc:docMk/>
          <pc:sldMk cId="3681972077" sldId="279"/>
        </pc:sldMkLst>
        <pc:spChg chg="mod">
          <ac:chgData name="Juyeon Song" userId="183323d2dc27c433" providerId="LiveId" clId="{7DF582DF-5E11-4E91-922F-031F0E5729CB}" dt="2026-03-02T14:31:43.593" v="4" actId="1076"/>
          <ac:spMkLst>
            <pc:docMk/>
            <pc:sldMk cId="3681972077" sldId="279"/>
            <ac:spMk id="25" creationId="{82E765D6-B81E-858E-BCC9-306D44239C83}"/>
          </ac:spMkLst>
        </pc:spChg>
        <pc:picChg chg="mod">
          <ac:chgData name="Juyeon Song" userId="183323d2dc27c433" providerId="LiveId" clId="{7DF582DF-5E11-4E91-922F-031F0E5729CB}" dt="2026-03-02T14:31:43.593" v="4" actId="1076"/>
          <ac:picMkLst>
            <pc:docMk/>
            <pc:sldMk cId="3681972077" sldId="279"/>
            <ac:picMk id="7" creationId="{167D09F7-682C-BA56-01EE-989141566919}"/>
          </ac:picMkLst>
        </pc:pic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26" creationId="{981A318F-6C17-4CFB-23A8-9B7E251A28BC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28" creationId="{FAD1ED46-26E0-9605-C1DD-4A51739D7077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29" creationId="{8E51779B-F3C0-B6F7-B3DB-85AE03852A89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30" creationId="{7C9C1B4A-6DCE-45AE-167B-CB25DEDFCC98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31" creationId="{7D9DFBA8-6095-EA92-2122-D92AA3CD3E20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32" creationId="{AAAE54CF-DD36-65A5-D8FA-C303A56A4C64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34" creationId="{935537EF-4D80-3125-A922-A03E7AC1522C}"/>
          </ac:cxnSpMkLst>
        </pc:cxnChg>
        <pc:cxnChg chg="mod">
          <ac:chgData name="Juyeon Song" userId="183323d2dc27c433" providerId="LiveId" clId="{7DF582DF-5E11-4E91-922F-031F0E5729CB}" dt="2026-03-02T14:31:43.593" v="4" actId="1076"/>
          <ac:cxnSpMkLst>
            <pc:docMk/>
            <pc:sldMk cId="3681972077" sldId="279"/>
            <ac:cxnSpMk id="36" creationId="{465E9BF4-F26F-23C2-B1C6-6885F58214B9}"/>
          </ac:cxnSpMkLst>
        </pc:cxnChg>
      </pc:sldChg>
      <pc:sldChg chg="modSp mod">
        <pc:chgData name="Juyeon Song" userId="183323d2dc27c433" providerId="LiveId" clId="{7DF582DF-5E11-4E91-922F-031F0E5729CB}" dt="2026-03-02T16:47:55.697" v="1020" actId="27636"/>
        <pc:sldMkLst>
          <pc:docMk/>
          <pc:sldMk cId="2878557070" sldId="285"/>
        </pc:sldMkLst>
        <pc:spChg chg="mod">
          <ac:chgData name="Juyeon Song" userId="183323d2dc27c433" providerId="LiveId" clId="{7DF582DF-5E11-4E91-922F-031F0E5729CB}" dt="2026-03-02T16:47:55.697" v="1020" actId="27636"/>
          <ac:spMkLst>
            <pc:docMk/>
            <pc:sldMk cId="2878557070" sldId="285"/>
            <ac:spMk id="2" creationId="{B513715D-61A8-597B-A514-B7C11E5D37E9}"/>
          </ac:spMkLst>
        </pc:spChg>
      </pc:sldChg>
      <pc:sldChg chg="del">
        <pc:chgData name="Juyeon Song" userId="183323d2dc27c433" providerId="LiveId" clId="{7DF582DF-5E11-4E91-922F-031F0E5729CB}" dt="2026-03-02T23:55:45.639" v="4504" actId="2696"/>
        <pc:sldMkLst>
          <pc:docMk/>
          <pc:sldMk cId="4161225824" sldId="286"/>
        </pc:sldMkLst>
      </pc:sldChg>
      <pc:sldChg chg="modSp mod">
        <pc:chgData name="Juyeon Song" userId="183323d2dc27c433" providerId="LiveId" clId="{7DF582DF-5E11-4E91-922F-031F0E5729CB}" dt="2026-03-02T15:47:56.087" v="73" actId="20577"/>
        <pc:sldMkLst>
          <pc:docMk/>
          <pc:sldMk cId="2266785833" sldId="287"/>
        </pc:sldMkLst>
        <pc:spChg chg="mod">
          <ac:chgData name="Juyeon Song" userId="183323d2dc27c433" providerId="LiveId" clId="{7DF582DF-5E11-4E91-922F-031F0E5729CB}" dt="2026-03-02T15:47:46.648" v="40" actId="20577"/>
          <ac:spMkLst>
            <pc:docMk/>
            <pc:sldMk cId="2266785833" sldId="287"/>
            <ac:spMk id="31" creationId="{438917F5-C210-8248-C7E1-4D842F4C6ABF}"/>
          </ac:spMkLst>
        </pc:spChg>
        <pc:spChg chg="mod">
          <ac:chgData name="Juyeon Song" userId="183323d2dc27c433" providerId="LiveId" clId="{7DF582DF-5E11-4E91-922F-031F0E5729CB}" dt="2026-03-02T15:47:56.087" v="73" actId="20577"/>
          <ac:spMkLst>
            <pc:docMk/>
            <pc:sldMk cId="2266785833" sldId="287"/>
            <ac:spMk id="33" creationId="{8B4E8344-1083-A969-6C97-78CF5D02D77F}"/>
          </ac:spMkLst>
        </pc:spChg>
      </pc:sldChg>
      <pc:sldChg chg="addSp delSp modSp add mod ord">
        <pc:chgData name="Juyeon Song" userId="183323d2dc27c433" providerId="LiveId" clId="{7DF582DF-5E11-4E91-922F-031F0E5729CB}" dt="2026-03-02T17:23:20.155" v="2246" actId="20577"/>
        <pc:sldMkLst>
          <pc:docMk/>
          <pc:sldMk cId="540335491" sldId="288"/>
        </pc:sldMkLst>
        <pc:spChg chg="mod">
          <ac:chgData name="Juyeon Song" userId="183323d2dc27c433" providerId="LiveId" clId="{7DF582DF-5E11-4E91-922F-031F0E5729CB}" dt="2026-03-02T17:09:14.113" v="1787" actId="20577"/>
          <ac:spMkLst>
            <pc:docMk/>
            <pc:sldMk cId="540335491" sldId="288"/>
            <ac:spMk id="2" creationId="{EBE5702E-A766-E633-B187-C0C9DC76F4BA}"/>
          </ac:spMkLst>
        </pc:spChg>
        <pc:spChg chg="mod">
          <ac:chgData name="Juyeon Song" userId="183323d2dc27c433" providerId="LiveId" clId="{7DF582DF-5E11-4E91-922F-031F0E5729CB}" dt="2026-03-02T16:18:20.510" v="134" actId="20577"/>
          <ac:spMkLst>
            <pc:docMk/>
            <pc:sldMk cId="540335491" sldId="288"/>
            <ac:spMk id="4" creationId="{A5E8BB50-DC3B-7BDD-E14F-F5B334D84625}"/>
          </ac:spMkLst>
        </pc:spChg>
        <pc:spChg chg="mod">
          <ac:chgData name="Juyeon Song" userId="183323d2dc27c433" providerId="LiveId" clId="{7DF582DF-5E11-4E91-922F-031F0E5729CB}" dt="2026-03-02T17:23:20.155" v="2246" actId="20577"/>
          <ac:spMkLst>
            <pc:docMk/>
            <pc:sldMk cId="540335491" sldId="288"/>
            <ac:spMk id="10" creationId="{5F4D9553-53BC-6155-A4E4-B5B34B45E5A4}"/>
          </ac:spMkLst>
        </pc:spChg>
        <pc:spChg chg="mod">
          <ac:chgData name="Juyeon Song" userId="183323d2dc27c433" providerId="LiveId" clId="{7DF582DF-5E11-4E91-922F-031F0E5729CB}" dt="2026-03-02T16:26:46.905" v="515" actId="1076"/>
          <ac:spMkLst>
            <pc:docMk/>
            <pc:sldMk cId="540335491" sldId="288"/>
            <ac:spMk id="12" creationId="{6331F090-612A-1A85-B170-5AB1D496797A}"/>
          </ac:spMkLst>
        </pc:spChg>
        <pc:spChg chg="del">
          <ac:chgData name="Juyeon Song" userId="183323d2dc27c433" providerId="LiveId" clId="{7DF582DF-5E11-4E91-922F-031F0E5729CB}" dt="2026-03-02T16:26:15.282" v="511" actId="478"/>
          <ac:spMkLst>
            <pc:docMk/>
            <pc:sldMk cId="540335491" sldId="288"/>
            <ac:spMk id="16" creationId="{C3EB06CD-7420-51E4-E23D-3C80FA7F731E}"/>
          </ac:spMkLst>
        </pc:spChg>
        <pc:spChg chg="mod">
          <ac:chgData name="Juyeon Song" userId="183323d2dc27c433" providerId="LiveId" clId="{7DF582DF-5E11-4E91-922F-031F0E5729CB}" dt="2026-03-02T16:30:44.406" v="645" actId="1076"/>
          <ac:spMkLst>
            <pc:docMk/>
            <pc:sldMk cId="540335491" sldId="288"/>
            <ac:spMk id="17" creationId="{D87CA9FA-9148-F6F4-E474-AEF0B1C92702}"/>
          </ac:spMkLst>
        </pc:spChg>
        <pc:spChg chg="mod">
          <ac:chgData name="Juyeon Song" userId="183323d2dc27c433" providerId="LiveId" clId="{7DF582DF-5E11-4E91-922F-031F0E5729CB}" dt="2026-03-02T16:30:26.972" v="641" actId="1076"/>
          <ac:spMkLst>
            <pc:docMk/>
            <pc:sldMk cId="540335491" sldId="288"/>
            <ac:spMk id="18" creationId="{5F965A67-5C3E-A447-9AA6-32DC50D6DBE1}"/>
          </ac:spMkLst>
        </pc:spChg>
        <pc:spChg chg="add mod">
          <ac:chgData name="Juyeon Song" userId="183323d2dc27c433" providerId="LiveId" clId="{7DF582DF-5E11-4E91-922F-031F0E5729CB}" dt="2026-03-02T16:30:35.384" v="643" actId="1076"/>
          <ac:spMkLst>
            <pc:docMk/>
            <pc:sldMk cId="540335491" sldId="288"/>
            <ac:spMk id="22" creationId="{E7DCE288-D0B6-5354-C173-705EB9EB6C60}"/>
          </ac:spMkLst>
        </pc:spChg>
        <pc:spChg chg="add mod">
          <ac:chgData name="Juyeon Song" userId="183323d2dc27c433" providerId="LiveId" clId="{7DF582DF-5E11-4E91-922F-031F0E5729CB}" dt="2026-03-02T16:30:53.702" v="647" actId="1076"/>
          <ac:spMkLst>
            <pc:docMk/>
            <pc:sldMk cId="540335491" sldId="288"/>
            <ac:spMk id="28" creationId="{ACE5959C-D73A-6E01-9894-3A35A5F933BC}"/>
          </ac:spMkLst>
        </pc:spChg>
        <pc:spChg chg="add mod">
          <ac:chgData name="Juyeon Song" userId="183323d2dc27c433" providerId="LiveId" clId="{7DF582DF-5E11-4E91-922F-031F0E5729CB}" dt="2026-03-02T16:54:14.710" v="1334" actId="1076"/>
          <ac:spMkLst>
            <pc:docMk/>
            <pc:sldMk cId="540335491" sldId="288"/>
            <ac:spMk id="29" creationId="{718F84A7-F6E6-9B42-1BEE-D8E61F1CD241}"/>
          </ac:spMkLst>
        </pc:spChg>
        <pc:graphicFrameChg chg="mod modGraphic">
          <ac:chgData name="Juyeon Song" userId="183323d2dc27c433" providerId="LiveId" clId="{7DF582DF-5E11-4E91-922F-031F0E5729CB}" dt="2026-03-02T16:31:25.591" v="654" actId="2063"/>
          <ac:graphicFrameMkLst>
            <pc:docMk/>
            <pc:sldMk cId="540335491" sldId="288"/>
            <ac:graphicFrameMk id="11" creationId="{B8866971-D19F-80C2-A532-AE1A32A9845B}"/>
          </ac:graphicFrameMkLst>
        </pc:graphicFrameChg>
        <pc:cxnChg chg="del mod">
          <ac:chgData name="Juyeon Song" userId="183323d2dc27c433" providerId="LiveId" clId="{7DF582DF-5E11-4E91-922F-031F0E5729CB}" dt="2026-03-02T16:24:17.512" v="464" actId="478"/>
          <ac:cxnSpMkLst>
            <pc:docMk/>
            <pc:sldMk cId="540335491" sldId="288"/>
            <ac:cxnSpMk id="20" creationId="{53FEF971-8DDB-59E2-37B3-E1388BDE6957}"/>
          </ac:cxnSpMkLst>
        </pc:cxnChg>
        <pc:cxnChg chg="del mod">
          <ac:chgData name="Juyeon Song" userId="183323d2dc27c433" providerId="LiveId" clId="{7DF582DF-5E11-4E91-922F-031F0E5729CB}" dt="2026-03-02T16:30:00.603" v="636" actId="478"/>
          <ac:cxnSpMkLst>
            <pc:docMk/>
            <pc:sldMk cId="540335491" sldId="288"/>
            <ac:cxnSpMk id="23" creationId="{255B963E-D0A1-3243-4CA0-A7FC18D42A1A}"/>
          </ac:cxnSpMkLst>
        </pc:cxnChg>
        <pc:cxnChg chg="del mod">
          <ac:chgData name="Juyeon Song" userId="183323d2dc27c433" providerId="LiveId" clId="{7DF582DF-5E11-4E91-922F-031F0E5729CB}" dt="2026-03-02T16:25:46.568" v="495" actId="478"/>
          <ac:cxnSpMkLst>
            <pc:docMk/>
            <pc:sldMk cId="540335491" sldId="288"/>
            <ac:cxnSpMk id="27" creationId="{C882D99C-8D4E-1F39-5ABD-119F59FE4A98}"/>
          </ac:cxnSpMkLst>
        </pc:cxnChg>
      </pc:sldChg>
      <pc:sldChg chg="modSp add mod ord">
        <pc:chgData name="Juyeon Song" userId="183323d2dc27c433" providerId="LiveId" clId="{7DF582DF-5E11-4E91-922F-031F0E5729CB}" dt="2026-03-02T16:47:51.658" v="1018" actId="27636"/>
        <pc:sldMkLst>
          <pc:docMk/>
          <pc:sldMk cId="2793384811" sldId="289"/>
        </pc:sldMkLst>
        <pc:spChg chg="mod">
          <ac:chgData name="Juyeon Song" userId="183323d2dc27c433" providerId="LiveId" clId="{7DF582DF-5E11-4E91-922F-031F0E5729CB}" dt="2026-03-02T16:47:51.658" v="1018" actId="27636"/>
          <ac:spMkLst>
            <pc:docMk/>
            <pc:sldMk cId="2793384811" sldId="289"/>
            <ac:spMk id="2" creationId="{5E84BEA5-45B7-FB16-4AB9-CB92AAC6C634}"/>
          </ac:spMkLst>
        </pc:spChg>
        <pc:spChg chg="mod">
          <ac:chgData name="Juyeon Song" userId="183323d2dc27c433" providerId="LiveId" clId="{7DF582DF-5E11-4E91-922F-031F0E5729CB}" dt="2026-03-02T16:47:40.492" v="1004" actId="20577"/>
          <ac:spMkLst>
            <pc:docMk/>
            <pc:sldMk cId="2793384811" sldId="289"/>
            <ac:spMk id="3" creationId="{6DE9F3A5-1FCD-FD72-9235-97BE225C18B6}"/>
          </ac:spMkLst>
        </pc:spChg>
      </pc:sldChg>
      <pc:sldChg chg="addSp modSp add mod">
        <pc:chgData name="Juyeon Song" userId="183323d2dc27c433" providerId="LiveId" clId="{7DF582DF-5E11-4E91-922F-031F0E5729CB}" dt="2026-03-02T17:46:50.186" v="2544" actId="21"/>
        <pc:sldMkLst>
          <pc:docMk/>
          <pc:sldMk cId="3002043411" sldId="290"/>
        </pc:sldMkLst>
        <pc:spChg chg="mod">
          <ac:chgData name="Juyeon Song" userId="183323d2dc27c433" providerId="LiveId" clId="{7DF582DF-5E11-4E91-922F-031F0E5729CB}" dt="2026-03-02T17:09:36.871" v="1801" actId="20577"/>
          <ac:spMkLst>
            <pc:docMk/>
            <pc:sldMk cId="3002043411" sldId="290"/>
            <ac:spMk id="2" creationId="{0840ECAB-405E-9CCF-A656-1CEAAEC2479D}"/>
          </ac:spMkLst>
        </pc:spChg>
        <pc:spChg chg="add mod">
          <ac:chgData name="Juyeon Song" userId="183323d2dc27c433" providerId="LiveId" clId="{7DF582DF-5E11-4E91-922F-031F0E5729CB}" dt="2026-03-02T16:52:58.805" v="1309" actId="20577"/>
          <ac:spMkLst>
            <pc:docMk/>
            <pc:sldMk cId="3002043411" sldId="290"/>
            <ac:spMk id="3" creationId="{EEBA8264-D017-1D8D-9680-A9AEAF51C11A}"/>
          </ac:spMkLst>
        </pc:spChg>
        <pc:spChg chg="add mod">
          <ac:chgData name="Juyeon Song" userId="183323d2dc27c433" providerId="LiveId" clId="{7DF582DF-5E11-4E91-922F-031F0E5729CB}" dt="2026-03-02T16:54:22.868" v="1335" actId="1076"/>
          <ac:spMkLst>
            <pc:docMk/>
            <pc:sldMk cId="3002043411" sldId="290"/>
            <ac:spMk id="5" creationId="{7C00DD19-5291-E649-C04E-D58DEF63F3D3}"/>
          </ac:spMkLst>
        </pc:spChg>
        <pc:spChg chg="mod">
          <ac:chgData name="Juyeon Song" userId="183323d2dc27c433" providerId="LiveId" clId="{7DF582DF-5E11-4E91-922F-031F0E5729CB}" dt="2026-03-02T17:46:50.186" v="2544" actId="21"/>
          <ac:spMkLst>
            <pc:docMk/>
            <pc:sldMk cId="3002043411" sldId="290"/>
            <ac:spMk id="10" creationId="{67789F1D-694D-03E0-3B6A-3E7419CFFED3}"/>
          </ac:spMkLst>
        </pc:spChg>
        <pc:graphicFrameChg chg="mod modGraphic">
          <ac:chgData name="Juyeon Song" userId="183323d2dc27c433" providerId="LiveId" clId="{7DF582DF-5E11-4E91-922F-031F0E5729CB}" dt="2026-03-02T17:18:43.247" v="2051"/>
          <ac:graphicFrameMkLst>
            <pc:docMk/>
            <pc:sldMk cId="3002043411" sldId="290"/>
            <ac:graphicFrameMk id="11" creationId="{3858D3EA-51BE-7987-D1B8-978881E5378E}"/>
          </ac:graphicFrameMkLst>
        </pc:graphicFrameChg>
      </pc:sldChg>
      <pc:sldChg chg="addSp modSp add mod ord">
        <pc:chgData name="Juyeon Song" userId="183323d2dc27c433" providerId="LiveId" clId="{7DF582DF-5E11-4E91-922F-031F0E5729CB}" dt="2026-03-02T18:17:44.270" v="2740" actId="5793"/>
        <pc:sldMkLst>
          <pc:docMk/>
          <pc:sldMk cId="2654300938" sldId="291"/>
        </pc:sldMkLst>
        <pc:spChg chg="mod">
          <ac:chgData name="Juyeon Song" userId="183323d2dc27c433" providerId="LiveId" clId="{7DF582DF-5E11-4E91-922F-031F0E5729CB}" dt="2026-03-02T16:55:44.419" v="1375" actId="20577"/>
          <ac:spMkLst>
            <pc:docMk/>
            <pc:sldMk cId="2654300938" sldId="291"/>
            <ac:spMk id="4" creationId="{51CE6C70-CE86-14F3-C8C6-9B78C99ABAB0}"/>
          </ac:spMkLst>
        </pc:spChg>
        <pc:spChg chg="mod">
          <ac:chgData name="Juyeon Song" userId="183323d2dc27c433" providerId="LiveId" clId="{7DF582DF-5E11-4E91-922F-031F0E5729CB}" dt="2026-03-02T18:17:44.270" v="2740" actId="5793"/>
          <ac:spMkLst>
            <pc:docMk/>
            <pc:sldMk cId="2654300938" sldId="291"/>
            <ac:spMk id="5" creationId="{4E1BFB03-69B9-94A0-5503-83A5CD77BB00}"/>
          </ac:spMkLst>
        </pc:spChg>
        <pc:spChg chg="mod">
          <ac:chgData name="Juyeon Song" userId="183323d2dc27c433" providerId="LiveId" clId="{7DF582DF-5E11-4E91-922F-031F0E5729CB}" dt="2026-03-02T16:55:33.823" v="1359" actId="27636"/>
          <ac:spMkLst>
            <pc:docMk/>
            <pc:sldMk cId="2654300938" sldId="291"/>
            <ac:spMk id="6" creationId="{AF013540-DCC1-F54A-F963-AD4084BADE7A}"/>
          </ac:spMkLst>
        </pc:spChg>
        <pc:picChg chg="add mod">
          <ac:chgData name="Juyeon Song" userId="183323d2dc27c433" providerId="LiveId" clId="{7DF582DF-5E11-4E91-922F-031F0E5729CB}" dt="2026-03-02T18:17:29.538" v="2738" actId="1076"/>
          <ac:picMkLst>
            <pc:docMk/>
            <pc:sldMk cId="2654300938" sldId="291"/>
            <ac:picMk id="3" creationId="{6251B28C-16ED-2E87-42D4-D80AED1E61F5}"/>
          </ac:picMkLst>
        </pc:picChg>
      </pc:sldChg>
      <pc:sldChg chg="addSp delSp modSp add mod ord">
        <pc:chgData name="Juyeon Song" userId="183323d2dc27c433" providerId="LiveId" clId="{7DF582DF-5E11-4E91-922F-031F0E5729CB}" dt="2026-03-02T23:44:47.553" v="3994" actId="1076"/>
        <pc:sldMkLst>
          <pc:docMk/>
          <pc:sldMk cId="3543622763" sldId="292"/>
        </pc:sldMkLst>
        <pc:spChg chg="mod">
          <ac:chgData name="Juyeon Song" userId="183323d2dc27c433" providerId="LiveId" clId="{7DF582DF-5E11-4E91-922F-031F0E5729CB}" dt="2026-03-02T18:21:55.828" v="2797" actId="20577"/>
          <ac:spMkLst>
            <pc:docMk/>
            <pc:sldMk cId="3543622763" sldId="292"/>
            <ac:spMk id="2" creationId="{2EAF9C46-1F24-C407-DD63-D1791125B72C}"/>
          </ac:spMkLst>
        </pc:spChg>
        <pc:spChg chg="del">
          <ac:chgData name="Juyeon Song" userId="183323d2dc27c433" providerId="LiveId" clId="{7DF582DF-5E11-4E91-922F-031F0E5729CB}" dt="2026-03-02T17:23:53.336" v="2250" actId="478"/>
          <ac:spMkLst>
            <pc:docMk/>
            <pc:sldMk cId="3543622763" sldId="292"/>
            <ac:spMk id="3" creationId="{61B3EC71-C82E-CF81-34B1-481CAADEF51B}"/>
          </ac:spMkLst>
        </pc:spChg>
        <pc:spChg chg="add del mod">
          <ac:chgData name="Juyeon Song" userId="183323d2dc27c433" providerId="LiveId" clId="{7DF582DF-5E11-4E91-922F-031F0E5729CB}" dt="2026-03-02T17:24:10.659" v="2255"/>
          <ac:spMkLst>
            <pc:docMk/>
            <pc:sldMk cId="3543622763" sldId="292"/>
            <ac:spMk id="5" creationId="{F3C2CB67-3937-CE1E-BBED-832D13BD90E6}"/>
          </ac:spMkLst>
        </pc:spChg>
        <pc:spChg chg="add mod">
          <ac:chgData name="Juyeon Song" userId="183323d2dc27c433" providerId="LiveId" clId="{7DF582DF-5E11-4E91-922F-031F0E5729CB}" dt="2026-03-02T17:24:08.168" v="2254"/>
          <ac:spMkLst>
            <pc:docMk/>
            <pc:sldMk cId="3543622763" sldId="292"/>
            <ac:spMk id="6" creationId="{B7BC55BF-FEEB-E736-776E-59605A529F52}"/>
          </ac:spMkLst>
        </pc:spChg>
        <pc:spChg chg="add mod">
          <ac:chgData name="Juyeon Song" userId="183323d2dc27c433" providerId="LiveId" clId="{7DF582DF-5E11-4E91-922F-031F0E5729CB}" dt="2026-03-02T17:24:10.688" v="2256" actId="27636"/>
          <ac:spMkLst>
            <pc:docMk/>
            <pc:sldMk cId="3543622763" sldId="292"/>
            <ac:spMk id="7" creationId="{8455535B-3976-77C5-EA5C-BB04E340382A}"/>
          </ac:spMkLst>
        </pc:spChg>
        <pc:spChg chg="add mod">
          <ac:chgData name="Juyeon Song" userId="183323d2dc27c433" providerId="LiveId" clId="{7DF582DF-5E11-4E91-922F-031F0E5729CB}" dt="2026-03-02T23:42:35.904" v="3975" actId="20577"/>
          <ac:spMkLst>
            <pc:docMk/>
            <pc:sldMk cId="3543622763" sldId="292"/>
            <ac:spMk id="10" creationId="{5BB9B975-C010-7237-18BB-BA31C449186B}"/>
          </ac:spMkLst>
        </pc:spChg>
        <pc:picChg chg="add del mod">
          <ac:chgData name="Juyeon Song" userId="183323d2dc27c433" providerId="LiveId" clId="{7DF582DF-5E11-4E91-922F-031F0E5729CB}" dt="2026-03-02T18:20:57.232" v="2765" actId="478"/>
          <ac:picMkLst>
            <pc:docMk/>
            <pc:sldMk cId="3543622763" sldId="292"/>
            <ac:picMk id="9" creationId="{FAFC98C0-494D-FEE9-D2AD-07C565840DC7}"/>
          </ac:picMkLst>
        </pc:picChg>
        <pc:picChg chg="add del mod">
          <ac:chgData name="Juyeon Song" userId="183323d2dc27c433" providerId="LiveId" clId="{7DF582DF-5E11-4E91-922F-031F0E5729CB}" dt="2026-03-02T23:40:44.421" v="3889" actId="21"/>
          <ac:picMkLst>
            <pc:docMk/>
            <pc:sldMk cId="3543622763" sldId="292"/>
            <ac:picMk id="12" creationId="{4A5A597B-BA22-E262-5F83-DDF6CA0249EF}"/>
          </ac:picMkLst>
        </pc:picChg>
        <pc:picChg chg="add mod">
          <ac:chgData name="Juyeon Song" userId="183323d2dc27c433" providerId="LiveId" clId="{7DF582DF-5E11-4E91-922F-031F0E5729CB}" dt="2026-03-02T23:41:52.111" v="3893"/>
          <ac:picMkLst>
            <pc:docMk/>
            <pc:sldMk cId="3543622763" sldId="292"/>
            <ac:picMk id="13" creationId="{0D2AAF38-7C7B-711D-8053-F1D066F697A7}"/>
          </ac:picMkLst>
        </pc:picChg>
        <pc:picChg chg="add mod">
          <ac:chgData name="Juyeon Song" userId="183323d2dc27c433" providerId="LiveId" clId="{7DF582DF-5E11-4E91-922F-031F0E5729CB}" dt="2026-03-02T23:44:47.553" v="3994" actId="1076"/>
          <ac:picMkLst>
            <pc:docMk/>
            <pc:sldMk cId="3543622763" sldId="292"/>
            <ac:picMk id="15" creationId="{136876B8-1530-C1C0-339B-5F28CCBD60EF}"/>
          </ac:picMkLst>
        </pc:picChg>
        <pc:picChg chg="add mod">
          <ac:chgData name="Juyeon Song" userId="183323d2dc27c433" providerId="LiveId" clId="{7DF582DF-5E11-4E91-922F-031F0E5729CB}" dt="2026-03-02T23:44:17.335" v="3987" actId="1076"/>
          <ac:picMkLst>
            <pc:docMk/>
            <pc:sldMk cId="3543622763" sldId="292"/>
            <ac:picMk id="17" creationId="{9D80A018-7ED1-B3D8-46D0-1FA2F094F17F}"/>
          </ac:picMkLst>
        </pc:picChg>
        <pc:picChg chg="add mod">
          <ac:chgData name="Juyeon Song" userId="183323d2dc27c433" providerId="LiveId" clId="{7DF582DF-5E11-4E91-922F-031F0E5729CB}" dt="2026-03-02T23:44:44.252" v="3993" actId="1076"/>
          <ac:picMkLst>
            <pc:docMk/>
            <pc:sldMk cId="3543622763" sldId="292"/>
            <ac:picMk id="19" creationId="{2AC5575C-697F-2660-793A-41AC6ED821A6}"/>
          </ac:picMkLst>
        </pc:picChg>
        <pc:picChg chg="del">
          <ac:chgData name="Juyeon Song" userId="183323d2dc27c433" providerId="LiveId" clId="{7DF582DF-5E11-4E91-922F-031F0E5729CB}" dt="2026-03-02T17:33:53.310" v="2257" actId="478"/>
          <ac:picMkLst>
            <pc:docMk/>
            <pc:sldMk cId="3543622763" sldId="292"/>
            <ac:picMk id="121" creationId="{1C2C37B9-06FD-126D-1E26-A62F42BE0C1E}"/>
          </ac:picMkLst>
        </pc:picChg>
      </pc:sldChg>
      <pc:sldChg chg="addSp delSp modSp add del mod">
        <pc:chgData name="Juyeon Song" userId="183323d2dc27c433" providerId="LiveId" clId="{7DF582DF-5E11-4E91-922F-031F0E5729CB}" dt="2026-03-02T23:54:19.492" v="4436" actId="47"/>
        <pc:sldMkLst>
          <pc:docMk/>
          <pc:sldMk cId="2785903736" sldId="293"/>
        </pc:sldMkLst>
        <pc:spChg chg="mod">
          <ac:chgData name="Juyeon Song" userId="183323d2dc27c433" providerId="LiveId" clId="{7DF582DF-5E11-4E91-922F-031F0E5729CB}" dt="2026-03-02T17:46:03.965" v="2501" actId="20577"/>
          <ac:spMkLst>
            <pc:docMk/>
            <pc:sldMk cId="2785903736" sldId="293"/>
            <ac:spMk id="2" creationId="{33E5BBFB-5B84-ACBC-9AB0-752ACB52AF50}"/>
          </ac:spMkLst>
        </pc:spChg>
        <pc:spChg chg="add mod">
          <ac:chgData name="Juyeon Song" userId="183323d2dc27c433" providerId="LiveId" clId="{7DF582DF-5E11-4E91-922F-031F0E5729CB}" dt="2026-03-02T17:56:04.049" v="2656" actId="207"/>
          <ac:spMkLst>
            <pc:docMk/>
            <pc:sldMk cId="2785903736" sldId="293"/>
            <ac:spMk id="5" creationId="{56F4DB34-00A4-7172-DA9B-38E7385EB31C}"/>
          </ac:spMkLst>
        </pc:spChg>
        <pc:picChg chg="add mod">
          <ac:chgData name="Juyeon Song" userId="183323d2dc27c433" providerId="LiveId" clId="{7DF582DF-5E11-4E91-922F-031F0E5729CB}" dt="2026-03-02T18:14:24.599" v="2678" actId="1076"/>
          <ac:picMkLst>
            <pc:docMk/>
            <pc:sldMk cId="2785903736" sldId="293"/>
            <ac:picMk id="4" creationId="{82D6A5D9-A09B-4410-9503-CAC1377D27AF}"/>
          </ac:picMkLst>
        </pc:picChg>
        <pc:picChg chg="del">
          <ac:chgData name="Juyeon Song" userId="183323d2dc27c433" providerId="LiveId" clId="{7DF582DF-5E11-4E91-922F-031F0E5729CB}" dt="2026-03-02T17:45:49.194" v="2489" actId="478"/>
          <ac:picMkLst>
            <pc:docMk/>
            <pc:sldMk cId="2785903736" sldId="293"/>
            <ac:picMk id="9" creationId="{F95B62FA-27C9-C8D6-6E26-E116B8D02F6C}"/>
          </ac:picMkLst>
        </pc:picChg>
      </pc:sldChg>
      <pc:sldChg chg="addSp modSp add mod ord">
        <pc:chgData name="Juyeon Song" userId="183323d2dc27c433" providerId="LiveId" clId="{7DF582DF-5E11-4E91-922F-031F0E5729CB}" dt="2026-03-02T20:35:00.644" v="2902" actId="14100"/>
        <pc:sldMkLst>
          <pc:docMk/>
          <pc:sldMk cId="1264144291" sldId="294"/>
        </pc:sldMkLst>
        <pc:spChg chg="add mod">
          <ac:chgData name="Juyeon Song" userId="183323d2dc27c433" providerId="LiveId" clId="{7DF582DF-5E11-4E91-922F-031F0E5729CB}" dt="2026-03-02T20:35:00.644" v="2902" actId="14100"/>
          <ac:spMkLst>
            <pc:docMk/>
            <pc:sldMk cId="1264144291" sldId="294"/>
            <ac:spMk id="3" creationId="{A275486D-5464-D18B-040C-7B9756015312}"/>
          </ac:spMkLst>
        </pc:spChg>
        <pc:spChg chg="mod">
          <ac:chgData name="Juyeon Song" userId="183323d2dc27c433" providerId="LiveId" clId="{7DF582DF-5E11-4E91-922F-031F0E5729CB}" dt="2026-03-02T17:46:21.937" v="2510" actId="20577"/>
          <ac:spMkLst>
            <pc:docMk/>
            <pc:sldMk cId="1264144291" sldId="294"/>
            <ac:spMk id="4" creationId="{1B28C040-D04A-407E-5EB3-5BA79F634F79}"/>
          </ac:spMkLst>
        </pc:spChg>
        <pc:spChg chg="mod">
          <ac:chgData name="Juyeon Song" userId="183323d2dc27c433" providerId="LiveId" clId="{7DF582DF-5E11-4E91-922F-031F0E5729CB}" dt="2026-03-02T20:33:53.335" v="2897" actId="20577"/>
          <ac:spMkLst>
            <pc:docMk/>
            <pc:sldMk cId="1264144291" sldId="294"/>
            <ac:spMk id="5" creationId="{56DDFF02-5685-2C6B-BAAC-58510B5BE973}"/>
          </ac:spMkLst>
        </pc:spChg>
        <pc:picChg chg="add mod">
          <ac:chgData name="Juyeon Song" userId="183323d2dc27c433" providerId="LiveId" clId="{7DF582DF-5E11-4E91-922F-031F0E5729CB}" dt="2026-03-02T18:16:03.375" v="2714" actId="1076"/>
          <ac:picMkLst>
            <pc:docMk/>
            <pc:sldMk cId="1264144291" sldId="294"/>
            <ac:picMk id="2" creationId="{E9831F1F-C261-CB0B-B433-828D3F7C1782}"/>
          </ac:picMkLst>
        </pc:picChg>
      </pc:sldChg>
      <pc:sldChg chg="addSp modSp add mod ord">
        <pc:chgData name="Juyeon Song" userId="183323d2dc27c433" providerId="LiveId" clId="{7DF582DF-5E11-4E91-922F-031F0E5729CB}" dt="2026-03-02T21:34:36.238" v="3616" actId="20577"/>
        <pc:sldMkLst>
          <pc:docMk/>
          <pc:sldMk cId="336735184" sldId="295"/>
        </pc:sldMkLst>
        <pc:spChg chg="mod">
          <ac:chgData name="Juyeon Song" userId="183323d2dc27c433" providerId="LiveId" clId="{7DF582DF-5E11-4E91-922F-031F0E5729CB}" dt="2026-03-02T20:37:05.906" v="2936" actId="20577"/>
          <ac:spMkLst>
            <pc:docMk/>
            <pc:sldMk cId="336735184" sldId="295"/>
            <ac:spMk id="2" creationId="{73D19B38-3521-8100-BE0A-AD13916B2CA3}"/>
          </ac:spMkLst>
        </pc:spChg>
        <pc:spChg chg="mod">
          <ac:chgData name="Juyeon Song" userId="183323d2dc27c433" providerId="LiveId" clId="{7DF582DF-5E11-4E91-922F-031F0E5729CB}" dt="2026-03-02T21:34:36.238" v="3616" actId="20577"/>
          <ac:spMkLst>
            <pc:docMk/>
            <pc:sldMk cId="336735184" sldId="295"/>
            <ac:spMk id="10" creationId="{4414089F-B981-32D5-C0CB-214FE7B7B839}"/>
          </ac:spMkLst>
        </pc:spChg>
        <pc:picChg chg="add mod">
          <ac:chgData name="Juyeon Song" userId="183323d2dc27c433" providerId="LiveId" clId="{7DF582DF-5E11-4E91-922F-031F0E5729CB}" dt="2026-03-02T21:32:22.644" v="3519" actId="14100"/>
          <ac:picMkLst>
            <pc:docMk/>
            <pc:sldMk cId="336735184" sldId="295"/>
            <ac:picMk id="4" creationId="{58C634AD-763E-10BD-9261-2D1405BDD37A}"/>
          </ac:picMkLst>
        </pc:picChg>
        <pc:picChg chg="add mod">
          <ac:chgData name="Juyeon Song" userId="183323d2dc27c433" providerId="LiveId" clId="{7DF582DF-5E11-4E91-922F-031F0E5729CB}" dt="2026-03-02T21:32:15.027" v="3517" actId="1076"/>
          <ac:picMkLst>
            <pc:docMk/>
            <pc:sldMk cId="336735184" sldId="295"/>
            <ac:picMk id="6" creationId="{7E5FF672-A07F-42A3-7C36-522D1E3757FC}"/>
          </ac:picMkLst>
        </pc:picChg>
      </pc:sldChg>
      <pc:sldChg chg="new del ord">
        <pc:chgData name="Juyeon Song" userId="183323d2dc27c433" providerId="LiveId" clId="{7DF582DF-5E11-4E91-922F-031F0E5729CB}" dt="2026-03-02T23:56:09.464" v="4505" actId="47"/>
        <pc:sldMkLst>
          <pc:docMk/>
          <pc:sldMk cId="3900534297" sldId="296"/>
        </pc:sldMkLst>
      </pc:sldChg>
      <pc:sldChg chg="addSp delSp modSp add mod">
        <pc:chgData name="Juyeon Song" userId="183323d2dc27c433" providerId="LiveId" clId="{7DF582DF-5E11-4E91-922F-031F0E5729CB}" dt="2026-03-02T23:34:47.602" v="3645" actId="20577"/>
        <pc:sldMkLst>
          <pc:docMk/>
          <pc:sldMk cId="545973486" sldId="297"/>
        </pc:sldMkLst>
        <pc:spChg chg="mod">
          <ac:chgData name="Juyeon Song" userId="183323d2dc27c433" providerId="LiveId" clId="{7DF582DF-5E11-4E91-922F-031F0E5729CB}" dt="2026-03-02T23:34:47.602" v="3645" actId="20577"/>
          <ac:spMkLst>
            <pc:docMk/>
            <pc:sldMk cId="545973486" sldId="297"/>
            <ac:spMk id="2" creationId="{A3276AEA-A3EB-6381-099C-C2A6551F7385}"/>
          </ac:spMkLst>
        </pc:spChg>
        <pc:spChg chg="mod">
          <ac:chgData name="Juyeon Song" userId="183323d2dc27c433" providerId="LiveId" clId="{7DF582DF-5E11-4E91-922F-031F0E5729CB}" dt="2026-03-02T21:14:59.443" v="2978" actId="27636"/>
          <ac:spMkLst>
            <pc:docMk/>
            <pc:sldMk cId="545973486" sldId="297"/>
            <ac:spMk id="3" creationId="{82BA1C76-C826-089A-9F94-BB377BA8CD84}"/>
          </ac:spMkLst>
        </pc:spChg>
        <pc:spChg chg="mod">
          <ac:chgData name="Juyeon Song" userId="183323d2dc27c433" providerId="LiveId" clId="{7DF582DF-5E11-4E91-922F-031F0E5729CB}" dt="2026-03-02T21:28:00.449" v="3347" actId="20577"/>
          <ac:spMkLst>
            <pc:docMk/>
            <pc:sldMk cId="545973486" sldId="297"/>
            <ac:spMk id="4" creationId="{8B6FC771-A018-31CB-9BBA-FC33E136F00C}"/>
          </ac:spMkLst>
        </pc:spChg>
        <pc:spChg chg="del">
          <ac:chgData name="Juyeon Song" userId="183323d2dc27c433" providerId="LiveId" clId="{7DF582DF-5E11-4E91-922F-031F0E5729CB}" dt="2026-03-02T21:21:50.076" v="3090" actId="478"/>
          <ac:spMkLst>
            <pc:docMk/>
            <pc:sldMk cId="545973486" sldId="297"/>
            <ac:spMk id="8" creationId="{F4B5CA32-C719-0570-03CB-FF57AA069D7C}"/>
          </ac:spMkLst>
        </pc:spChg>
        <pc:spChg chg="del">
          <ac:chgData name="Juyeon Song" userId="183323d2dc27c433" providerId="LiveId" clId="{7DF582DF-5E11-4E91-922F-031F0E5729CB}" dt="2026-03-02T21:21:47.051" v="3088" actId="478"/>
          <ac:spMkLst>
            <pc:docMk/>
            <pc:sldMk cId="545973486" sldId="297"/>
            <ac:spMk id="9" creationId="{C2615FD3-F7EE-9AC7-F223-5348613223E4}"/>
          </ac:spMkLst>
        </pc:spChg>
        <pc:spChg chg="del">
          <ac:chgData name="Juyeon Song" userId="183323d2dc27c433" providerId="LiveId" clId="{7DF582DF-5E11-4E91-922F-031F0E5729CB}" dt="2026-03-02T21:21:49.036" v="3089" actId="478"/>
          <ac:spMkLst>
            <pc:docMk/>
            <pc:sldMk cId="545973486" sldId="297"/>
            <ac:spMk id="10" creationId="{714F2DA3-2B22-C354-EDC1-964400310CE8}"/>
          </ac:spMkLst>
        </pc:spChg>
        <pc:picChg chg="add mod">
          <ac:chgData name="Juyeon Song" userId="183323d2dc27c433" providerId="LiveId" clId="{7DF582DF-5E11-4E91-922F-031F0E5729CB}" dt="2026-03-02T21:22:42.478" v="3091" actId="1076"/>
          <ac:picMkLst>
            <pc:docMk/>
            <pc:sldMk cId="545973486" sldId="297"/>
            <ac:picMk id="6" creationId="{0B819899-A65E-B8B8-1897-4DE9FF03647D}"/>
          </ac:picMkLst>
        </pc:picChg>
        <pc:picChg chg="add mod">
          <ac:chgData name="Juyeon Song" userId="183323d2dc27c433" providerId="LiveId" clId="{7DF582DF-5E11-4E91-922F-031F0E5729CB}" dt="2026-03-02T21:27:22.110" v="3231" actId="1076"/>
          <ac:picMkLst>
            <pc:docMk/>
            <pc:sldMk cId="545973486" sldId="297"/>
            <ac:picMk id="11" creationId="{2380B5FD-7F73-9E19-8664-FDFC65B3BA9F}"/>
          </ac:picMkLst>
        </pc:picChg>
      </pc:sldChg>
      <pc:sldChg chg="addSp delSp modSp add mod">
        <pc:chgData name="Juyeon Song" userId="183323d2dc27c433" providerId="LiveId" clId="{7DF582DF-5E11-4E91-922F-031F0E5729CB}" dt="2026-03-02T23:34:56.304" v="3662" actId="20577"/>
        <pc:sldMkLst>
          <pc:docMk/>
          <pc:sldMk cId="3334047988" sldId="298"/>
        </pc:sldMkLst>
        <pc:spChg chg="mod">
          <ac:chgData name="Juyeon Song" userId="183323d2dc27c433" providerId="LiveId" clId="{7DF582DF-5E11-4E91-922F-031F0E5729CB}" dt="2026-03-02T23:34:56.304" v="3662" actId="20577"/>
          <ac:spMkLst>
            <pc:docMk/>
            <pc:sldMk cId="3334047988" sldId="298"/>
            <ac:spMk id="2" creationId="{585CB3FF-63E1-C5A2-9F55-7B551B34739D}"/>
          </ac:spMkLst>
        </pc:spChg>
        <pc:picChg chg="del">
          <ac:chgData name="Juyeon Song" userId="183323d2dc27c433" providerId="LiveId" clId="{7DF582DF-5E11-4E91-922F-031F0E5729CB}" dt="2026-03-02T23:31:30.686" v="3619" actId="478"/>
          <ac:picMkLst>
            <pc:docMk/>
            <pc:sldMk cId="3334047988" sldId="298"/>
            <ac:picMk id="6" creationId="{76A456EC-7E38-10CB-1934-0B5341A2D1A1}"/>
          </ac:picMkLst>
        </pc:picChg>
        <pc:picChg chg="add mod">
          <ac:chgData name="Juyeon Song" userId="183323d2dc27c433" providerId="LiveId" clId="{7DF582DF-5E11-4E91-922F-031F0E5729CB}" dt="2026-03-02T23:31:33.543" v="3623" actId="1076"/>
          <ac:picMkLst>
            <pc:docMk/>
            <pc:sldMk cId="3334047988" sldId="298"/>
            <ac:picMk id="7" creationId="{3C193609-678B-15CE-80FB-420986A69A0E}"/>
          </ac:picMkLst>
        </pc:picChg>
        <pc:picChg chg="add mod">
          <ac:chgData name="Juyeon Song" userId="183323d2dc27c433" providerId="LiveId" clId="{7DF582DF-5E11-4E91-922F-031F0E5729CB}" dt="2026-03-02T23:32:36.948" v="3627" actId="1076"/>
          <ac:picMkLst>
            <pc:docMk/>
            <pc:sldMk cId="3334047988" sldId="298"/>
            <ac:picMk id="9" creationId="{874BF9EE-92C3-99E7-7779-69C9D5CB148F}"/>
          </ac:picMkLst>
        </pc:picChg>
        <pc:picChg chg="del">
          <ac:chgData name="Juyeon Song" userId="183323d2dc27c433" providerId="LiveId" clId="{7DF582DF-5E11-4E91-922F-031F0E5729CB}" dt="2026-03-02T23:31:28.975" v="3618" actId="478"/>
          <ac:picMkLst>
            <pc:docMk/>
            <pc:sldMk cId="3334047988" sldId="298"/>
            <ac:picMk id="11" creationId="{E12770E0-9CC7-6FFB-8037-A44CDEDF8AA4}"/>
          </ac:picMkLst>
        </pc:picChg>
      </pc:sldChg>
      <pc:sldChg chg="addSp delSp modSp add mod">
        <pc:chgData name="Juyeon Song" userId="183323d2dc27c433" providerId="LiveId" clId="{7DF582DF-5E11-4E91-922F-031F0E5729CB}" dt="2026-03-02T23:55:26.386" v="4503" actId="20577"/>
        <pc:sldMkLst>
          <pc:docMk/>
          <pc:sldMk cId="1839278283" sldId="299"/>
        </pc:sldMkLst>
        <pc:spChg chg="mod">
          <ac:chgData name="Juyeon Song" userId="183323d2dc27c433" providerId="LiveId" clId="{7DF582DF-5E11-4E91-922F-031F0E5729CB}" dt="2026-03-02T23:40:39.310" v="3888" actId="20577"/>
          <ac:spMkLst>
            <pc:docMk/>
            <pc:sldMk cId="1839278283" sldId="299"/>
            <ac:spMk id="2" creationId="{066C3F28-459A-A372-C2F9-9E256222EEF2}"/>
          </ac:spMkLst>
        </pc:spChg>
        <pc:spChg chg="mod">
          <ac:chgData name="Juyeon Song" userId="183323d2dc27c433" providerId="LiveId" clId="{7DF582DF-5E11-4E91-922F-031F0E5729CB}" dt="2026-03-02T23:55:26.386" v="4503" actId="20577"/>
          <ac:spMkLst>
            <pc:docMk/>
            <pc:sldMk cId="1839278283" sldId="299"/>
            <ac:spMk id="4" creationId="{2A4B8974-FC9F-7CA9-E464-A5E29E4DA6FE}"/>
          </ac:spMkLst>
        </pc:spChg>
        <pc:picChg chg="add mod">
          <ac:chgData name="Juyeon Song" userId="183323d2dc27c433" providerId="LiveId" clId="{7DF582DF-5E11-4E91-922F-031F0E5729CB}" dt="2026-03-02T23:54:46.794" v="4439" actId="1076"/>
          <ac:picMkLst>
            <pc:docMk/>
            <pc:sldMk cId="1839278283" sldId="299"/>
            <ac:picMk id="6" creationId="{F1DD24AB-9D46-3B2C-D42A-8DDCC4A3D619}"/>
          </ac:picMkLst>
        </pc:picChg>
        <pc:picChg chg="del">
          <ac:chgData name="Juyeon Song" userId="183323d2dc27c433" providerId="LiveId" clId="{7DF582DF-5E11-4E91-922F-031F0E5729CB}" dt="2026-03-02T23:40:32.913" v="3873" actId="478"/>
          <ac:picMkLst>
            <pc:docMk/>
            <pc:sldMk cId="1839278283" sldId="299"/>
            <ac:picMk id="7" creationId="{A644DBB7-A64F-8E17-A2BD-67675C23DB4A}"/>
          </ac:picMkLst>
        </pc:picChg>
        <pc:picChg chg="del">
          <ac:chgData name="Juyeon Song" userId="183323d2dc27c433" providerId="LiveId" clId="{7DF582DF-5E11-4E91-922F-031F0E5729CB}" dt="2026-03-02T23:40:34.626" v="3874" actId="478"/>
          <ac:picMkLst>
            <pc:docMk/>
            <pc:sldMk cId="1839278283" sldId="299"/>
            <ac:picMk id="9" creationId="{1BB921E6-C934-0A07-BED7-5AD78BBE10CE}"/>
          </ac:picMkLst>
        </pc:picChg>
        <pc:picChg chg="add mod">
          <ac:chgData name="Juyeon Song" userId="183323d2dc27c433" providerId="LiveId" clId="{7DF582DF-5E11-4E91-922F-031F0E5729CB}" dt="2026-03-02T23:54:43.407" v="4438" actId="1076"/>
          <ac:picMkLst>
            <pc:docMk/>
            <pc:sldMk cId="1839278283" sldId="299"/>
            <ac:picMk id="12" creationId="{4A5A597B-BA22-E262-5F83-DDF6CA0249EF}"/>
          </ac:picMkLst>
        </pc:picChg>
      </pc:sldChg>
      <pc:sldChg chg="addSp delSp modSp add mod">
        <pc:chgData name="Juyeon Song" userId="183323d2dc27c433" providerId="LiveId" clId="{7DF582DF-5E11-4E91-922F-031F0E5729CB}" dt="2026-03-02T23:51:00.099" v="4323" actId="1076"/>
        <pc:sldMkLst>
          <pc:docMk/>
          <pc:sldMk cId="435025630" sldId="300"/>
        </pc:sldMkLst>
        <pc:spChg chg="add mod">
          <ac:chgData name="Juyeon Song" userId="183323d2dc27c433" providerId="LiveId" clId="{7DF582DF-5E11-4E91-922F-031F0E5729CB}" dt="2026-03-02T23:50:54.929" v="4321" actId="14100"/>
          <ac:spMkLst>
            <pc:docMk/>
            <pc:sldMk cId="435025630" sldId="300"/>
            <ac:spMk id="8" creationId="{60E16195-E1DB-B9D9-D469-A7ACF87A3B88}"/>
          </ac:spMkLst>
        </pc:spChg>
        <pc:spChg chg="mod">
          <ac:chgData name="Juyeon Song" userId="183323d2dc27c433" providerId="LiveId" clId="{7DF582DF-5E11-4E91-922F-031F0E5729CB}" dt="2026-03-02T23:50:03.221" v="4232" actId="14100"/>
          <ac:spMkLst>
            <pc:docMk/>
            <pc:sldMk cId="435025630" sldId="300"/>
            <ac:spMk id="10" creationId="{A9530B46-BFBA-94C1-5946-9C914A46EBC5}"/>
          </ac:spMkLst>
        </pc:spChg>
        <pc:picChg chg="add mod">
          <ac:chgData name="Juyeon Song" userId="183323d2dc27c433" providerId="LiveId" clId="{7DF582DF-5E11-4E91-922F-031F0E5729CB}" dt="2026-03-02T23:49:04.533" v="4206" actId="1076"/>
          <ac:picMkLst>
            <pc:docMk/>
            <pc:sldMk cId="435025630" sldId="300"/>
            <ac:picMk id="4" creationId="{5EF49C90-F44F-14DC-EE41-5B4F16AB3014}"/>
          </ac:picMkLst>
        </pc:picChg>
        <pc:picChg chg="add mod">
          <ac:chgData name="Juyeon Song" userId="183323d2dc27c433" providerId="LiveId" clId="{7DF582DF-5E11-4E91-922F-031F0E5729CB}" dt="2026-03-02T23:51:00.099" v="4323" actId="1076"/>
          <ac:picMkLst>
            <pc:docMk/>
            <pc:sldMk cId="435025630" sldId="300"/>
            <ac:picMk id="6" creationId="{BEEEC35A-905F-78A1-01B2-AF28C272A416}"/>
          </ac:picMkLst>
        </pc:picChg>
        <pc:picChg chg="del">
          <ac:chgData name="Juyeon Song" userId="183323d2dc27c433" providerId="LiveId" clId="{7DF582DF-5E11-4E91-922F-031F0E5729CB}" dt="2026-03-02T23:45:04.239" v="3997" actId="478"/>
          <ac:picMkLst>
            <pc:docMk/>
            <pc:sldMk cId="435025630" sldId="300"/>
            <ac:picMk id="15" creationId="{A0E3EF75-3F6A-4AB4-B41B-6A8FD2DA864E}"/>
          </ac:picMkLst>
        </pc:picChg>
        <pc:picChg chg="del">
          <ac:chgData name="Juyeon Song" userId="183323d2dc27c433" providerId="LiveId" clId="{7DF582DF-5E11-4E91-922F-031F0E5729CB}" dt="2026-03-02T23:45:01.892" v="3996" actId="478"/>
          <ac:picMkLst>
            <pc:docMk/>
            <pc:sldMk cId="435025630" sldId="300"/>
            <ac:picMk id="17" creationId="{C5DE530B-E8CD-F063-00B1-DB5680D026E2}"/>
          </ac:picMkLst>
        </pc:picChg>
        <pc:picChg chg="del">
          <ac:chgData name="Juyeon Song" userId="183323d2dc27c433" providerId="LiveId" clId="{7DF582DF-5E11-4E91-922F-031F0E5729CB}" dt="2026-03-02T23:45:05.321" v="3998" actId="478"/>
          <ac:picMkLst>
            <pc:docMk/>
            <pc:sldMk cId="435025630" sldId="300"/>
            <ac:picMk id="19" creationId="{859AAAE7-7741-E16A-0DD9-7A75ADF9D7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DD52-BE77-4EB7-AE9E-0BF73230104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6AB6E-2FE7-4730-99FF-0AE6485399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3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36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386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45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316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51A5C-2779-5CD5-486E-B13F47F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0468FB-79C0-641D-C7A1-771ECAE1B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B6028-EC10-1F8B-4FAD-37D1736B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1DF033-946D-A2FD-6FDB-F10890D5E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214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5348-BA36-AA30-2B74-BF3D7B32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E50D8-4D05-C688-375D-F9C27D137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788159-420E-66A9-D599-1E940B689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A60026-A49E-8971-82B3-FAD11C550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490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43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258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2847-75EB-EB8A-1029-6B32B2EC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3BBF70-9A0D-BFDB-FD35-730BF734B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4CC6B-B83D-7CF4-25A2-4E0ABE0D8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D92565-50A2-DD5C-FED6-486975C45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823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7C18-BF92-7CBD-8621-E4F287F8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7D0440-BD46-154F-1646-8458BAAD0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C0158B-4DF7-8518-716A-DF526D313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AD1D82-9867-FA1E-D36D-96DD04B9C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AB6E-2FE7-4730-99FF-0AE64853992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9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623E4E-C72A-D60C-EAB6-4296F65A37AA}"/>
              </a:ext>
            </a:extLst>
          </p:cNvPr>
          <p:cNvSpPr/>
          <p:nvPr userDrawn="1"/>
        </p:nvSpPr>
        <p:spPr>
          <a:xfrm>
            <a:off x="127000" y="127000"/>
            <a:ext cx="11938000" cy="6629400"/>
          </a:xfrm>
          <a:prstGeom prst="rect">
            <a:avLst/>
          </a:prstGeom>
          <a:noFill/>
          <a:ln w="254000"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4A797F-1884-E6F2-F99B-59019B97D6F8}"/>
              </a:ext>
            </a:extLst>
          </p:cNvPr>
          <p:cNvSpPr/>
          <p:nvPr userDrawn="1"/>
        </p:nvSpPr>
        <p:spPr>
          <a:xfrm>
            <a:off x="576262" y="530865"/>
            <a:ext cx="11039475" cy="54821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E6C5B-A495-9DD1-B1AA-4151783B9C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002075"/>
            <a:ext cx="9144000" cy="853849"/>
          </a:xfrm>
        </p:spPr>
        <p:txBody>
          <a:bodyPr anchor="ctr" anchorCtr="0"/>
          <a:lstStyle>
            <a:lvl1pPr algn="ctr">
              <a:defRPr sz="5500"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제목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22C347-812A-231E-64EF-3EEB2A8BAB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403950"/>
            <a:ext cx="9144000" cy="85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감탄로드돋움체 Regular TTF" pitchFamily="2" charset="-127"/>
                <a:ea typeface="감탄로드돋움체 Regular TTF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[</a:t>
            </a:r>
            <a:r>
              <a:rPr lang="ko-KR" altLang="en-US" dirty="0"/>
              <a:t>소속 및 팀원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348C77-0408-673A-DB86-3C076856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72537" y="647140"/>
            <a:ext cx="2743200" cy="365125"/>
          </a:xfrm>
        </p:spPr>
        <p:txBody>
          <a:bodyPr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fld id="{7BD73CFA-126D-48D0-A335-53EE152FC611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525AD-2169-997A-E364-46D2AAB2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262" y="647140"/>
            <a:ext cx="41148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B6649-E71E-B337-FDDA-38A92BAE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7900" y="5962650"/>
            <a:ext cx="2743200" cy="365125"/>
          </a:xfrm>
        </p:spPr>
        <p:txBody>
          <a:bodyPr/>
          <a:lstStyle>
            <a:lvl1pPr>
              <a:defRPr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fld id="{8243D35B-2748-4D2A-A774-E5D998FD9733}" type="slidenum">
              <a:rPr lang="ko-KR" altLang="en-US" smtClean="0"/>
              <a:pPr/>
              <a:t>‹#›</a:t>
            </a:fld>
            <a:endParaRPr lang="ko-KR" altLang="en-US"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182D8A95-3811-322D-D0AB-2CB90B232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850" y="1903525"/>
            <a:ext cx="2908300" cy="734860"/>
          </a:xfrm>
          <a:prstGeom prst="rect">
            <a:avLst/>
          </a:prstGeom>
        </p:spPr>
      </p:pic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741D150-EB6E-4805-23D8-FB370660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450" y="2002912"/>
            <a:ext cx="3213100" cy="548219"/>
          </a:xfrm>
          <a:prstGeom prst="rect">
            <a:avLst/>
          </a:prstGeom>
        </p:spPr>
        <p:txBody>
          <a:bodyPr/>
          <a:lstStyle>
            <a:lvl1pPr algn="ctr">
              <a:buNone/>
              <a:defRPr sz="2600"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pPr lvl="0"/>
            <a:r>
              <a:rPr lang="en-US" altLang="ko-KR" dirty="0"/>
              <a:t>[</a:t>
            </a:r>
            <a:r>
              <a:rPr lang="ko-KR" altLang="en-US" dirty="0"/>
              <a:t>핵심 수업 내용 작성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32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20C710-A14C-5ADA-190D-04641A4F443E}"/>
              </a:ext>
            </a:extLst>
          </p:cNvPr>
          <p:cNvSpPr/>
          <p:nvPr userDrawn="1"/>
        </p:nvSpPr>
        <p:spPr>
          <a:xfrm>
            <a:off x="314325" y="274250"/>
            <a:ext cx="11563350" cy="141643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000814-17F5-F2CF-F7BD-4AA58567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50900"/>
            <a:ext cx="10515600" cy="725488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A93A2A-6573-F211-9DB6-F3362920D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>
                <a:latin typeface="감탄로드돋움체 Bold TTF" pitchFamily="2" charset="-127"/>
                <a:ea typeface="감탄로드돋움체 Bold TTF" pitchFamily="2" charset="-127"/>
              </a:defRPr>
            </a:lvl1pPr>
            <a:lvl2pPr marL="266700" indent="-177800">
              <a:defRPr sz="1800">
                <a:latin typeface="감탄로드돋움체 Regular TTF" pitchFamily="2" charset="-127"/>
                <a:ea typeface="감탄로드돋움체 Regular TTF" pitchFamily="2" charset="-127"/>
              </a:defRPr>
            </a:lvl2pPr>
            <a:lvl3pPr marL="533400" indent="-177800">
              <a:defRPr sz="1600">
                <a:latin typeface="감탄로드돋움체 Regular TTF" pitchFamily="2" charset="-127"/>
                <a:ea typeface="감탄로드돋움체 Regular TTF" pitchFamily="2" charset="-127"/>
              </a:defRPr>
            </a:lvl3pPr>
            <a:lvl4pPr marL="812800" indent="-190500">
              <a:defRPr sz="1400">
                <a:latin typeface="감탄로드돋움체 Regular TTF" pitchFamily="2" charset="-127"/>
                <a:ea typeface="감탄로드돋움체 Regular TTF" pitchFamily="2" charset="-127"/>
              </a:defRPr>
            </a:lvl4pPr>
            <a:lvl5pPr marL="990600" indent="-177800">
              <a:defRPr sz="1400">
                <a:latin typeface="감탄로드돋움체 Regular TTF" pitchFamily="2" charset="-127"/>
                <a:ea typeface="감탄로드돋움체 Regular TTF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F212D8-20CD-453F-81EB-CCCF1BC0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3CFA-126D-48D0-A335-53EE152FC611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C31E35-B41C-F915-DFBC-97FB699E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175B8-ED09-D506-D118-00DEB1D2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35B-2748-4D2A-A774-E5D998FD973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C9004663-193F-009C-C888-7C50A8008D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431800"/>
            <a:ext cx="4191000" cy="393700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pPr lvl="0"/>
            <a:r>
              <a:rPr lang="en-US" altLang="ko-KR" dirty="0"/>
              <a:t>Content [</a:t>
            </a:r>
            <a:r>
              <a:rPr lang="ko-KR" altLang="en-US" dirty="0"/>
              <a:t>번호</a:t>
            </a:r>
            <a:r>
              <a:rPr lang="en-US" altLang="ko-KR" dirty="0"/>
              <a:t>]. [</a:t>
            </a:r>
            <a:r>
              <a:rPr lang="ko-KR" altLang="en-US" dirty="0"/>
              <a:t>소제목명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51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A2A6427-3AC8-655E-005F-D230027D6F15}"/>
              </a:ext>
            </a:extLst>
          </p:cNvPr>
          <p:cNvSpPr/>
          <p:nvPr userDrawn="1"/>
        </p:nvSpPr>
        <p:spPr>
          <a:xfrm>
            <a:off x="323850" y="274250"/>
            <a:ext cx="11563350" cy="633331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E0723B-633C-D8BF-DA93-292E4987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725" y="2778917"/>
            <a:ext cx="10515600" cy="1323975"/>
          </a:xfrm>
        </p:spPr>
        <p:txBody>
          <a:bodyPr anchor="ctr" anchorCtr="0"/>
          <a:lstStyle>
            <a:lvl1pPr algn="ctr">
              <a:defRPr sz="6000">
                <a:latin typeface="감탄로드돋움체 Bold TTF" pitchFamily="2" charset="-127"/>
                <a:ea typeface="감탄로드돋움체 Bold TTF" pitchFamily="2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소제목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71A321-D31F-47AF-639A-32F2586E8D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378742"/>
            <a:ext cx="10515600" cy="132397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000">
                <a:solidFill>
                  <a:schemeClr val="tx1">
                    <a:lumMod val="85000"/>
                    <a:lumOff val="15000"/>
                  </a:schemeClr>
                </a:solidFill>
                <a:latin typeface="감탄로드돋움체 Bold TTF" pitchFamily="2" charset="-127"/>
                <a:ea typeface="감탄로드돋움체 Bold TTF" pitchFamily="2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[content</a:t>
            </a:r>
            <a:r>
              <a:rPr lang="ko-KR" altLang="en-US" dirty="0"/>
              <a:t>번호</a:t>
            </a:r>
            <a:r>
              <a:rPr lang="en-US" altLang="ko-KR" dirty="0"/>
              <a:t>.]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807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37DBF2-FA93-1AD3-20EA-0EA292BD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3CFA-126D-48D0-A335-53EE152FC611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5EBF9C-CE25-9746-B1C7-5E78D7C4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15379-CAF4-CAD7-BEA6-F83D7306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35B-2748-4D2A-A774-E5D998FD973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7BFCF5-F719-ACD9-59BA-A43B8C04483B}"/>
              </a:ext>
            </a:extLst>
          </p:cNvPr>
          <p:cNvSpPr/>
          <p:nvPr userDrawn="1"/>
        </p:nvSpPr>
        <p:spPr>
          <a:xfrm>
            <a:off x="314325" y="274250"/>
            <a:ext cx="11563350" cy="141643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C4A31B7-850B-478C-45AA-B9DB8404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50900"/>
            <a:ext cx="10515600" cy="725488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2D9584A3-0FEC-8CDD-3AB2-3431B77C95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431800"/>
            <a:ext cx="4191000" cy="393700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pPr lvl="0"/>
            <a:r>
              <a:rPr lang="en-US" altLang="ko-KR" dirty="0"/>
              <a:t>[Content [</a:t>
            </a:r>
            <a:r>
              <a:rPr lang="ko-KR" altLang="en-US" dirty="0"/>
              <a:t>번호</a:t>
            </a:r>
            <a:r>
              <a:rPr lang="en-US" altLang="ko-KR" dirty="0"/>
              <a:t>]. [</a:t>
            </a:r>
            <a:r>
              <a:rPr lang="ko-KR" altLang="en-US" dirty="0"/>
              <a:t>소제목명</a:t>
            </a:r>
            <a:r>
              <a:rPr lang="en-US" altLang="ko-KR" dirty="0"/>
              <a:t>] 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EBC22F-B85F-FDE4-80FC-905B75C4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3CFA-126D-48D0-A335-53EE152FC611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D3CF99-57E8-9197-C5FC-34C58FC6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B121F1-725B-37EA-8DD2-5DA754E2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35B-2748-4D2A-A774-E5D998FD97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85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623E4E-C72A-D60C-EAB6-4296F65A37AA}"/>
              </a:ext>
            </a:extLst>
          </p:cNvPr>
          <p:cNvSpPr/>
          <p:nvPr userDrawn="1"/>
        </p:nvSpPr>
        <p:spPr>
          <a:xfrm>
            <a:off x="127000" y="127000"/>
            <a:ext cx="11938000" cy="6629400"/>
          </a:xfrm>
          <a:prstGeom prst="rect">
            <a:avLst/>
          </a:prstGeom>
          <a:noFill/>
          <a:ln w="254000"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E6C5B-A495-9DD1-B1AA-4151783B9C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63951"/>
            <a:ext cx="9144000" cy="853849"/>
          </a:xfrm>
        </p:spPr>
        <p:txBody>
          <a:bodyPr anchor="ctr" anchorCtr="0"/>
          <a:lstStyle>
            <a:lvl1pPr algn="ctr">
              <a:defRPr sz="5500"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목차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B6649-E71E-B337-FDDA-38A92BAE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7900" y="5962650"/>
            <a:ext cx="2743200" cy="365125"/>
          </a:xfrm>
        </p:spPr>
        <p:txBody>
          <a:bodyPr/>
          <a:lstStyle>
            <a:lvl1pPr>
              <a:defRPr>
                <a:latin typeface="감탄로드돋움체 Regular TTF" pitchFamily="2" charset="-127"/>
                <a:ea typeface="감탄로드돋움체 Regular TTF" pitchFamily="2" charset="-127"/>
              </a:defRPr>
            </a:lvl1pPr>
          </a:lstStyle>
          <a:p>
            <a:fld id="{8243D35B-2748-4D2A-A774-E5D998FD9733}" type="slidenum">
              <a:rPr lang="ko-KR" altLang="en-US" smtClean="0"/>
              <a:pPr/>
              <a:t>‹#›</a:t>
            </a:fld>
            <a:endParaRPr lang="ko-KR" altLang="en-US"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330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C6AF5E-E3A9-DC73-8E6A-EE29FF09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슬라이드 제목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217303-84DF-6239-7DFC-098E92B27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3A04D1-28F5-7327-D173-D17B7F305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73CFA-126D-48D0-A335-53EE152FC611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AA1A6-ADD1-4C00-BC8B-B425DB2FC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98EC4-B984-ACC0-82C8-C907413D6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3D35B-2748-4D2A-A774-E5D998FD97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83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감탄로드돋움체 Regular TTF" pitchFamily="2" charset="-127"/>
          <a:ea typeface="감탄로드돋움체 Regular TTF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감탄로드돋움체 Bold TTF" pitchFamily="2" charset="-127"/>
          <a:ea typeface="감탄로드돋움체 Bold TTF" pitchFamily="2" charset="-127"/>
          <a:cs typeface="+mn-cs"/>
        </a:defRPr>
      </a:lvl1pPr>
      <a:lvl2pPr marL="266700" indent="-1778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감탄로드돋움체 Regular TTF" pitchFamily="2" charset="-127"/>
          <a:ea typeface="감탄로드돋움체 Regular TTF" pitchFamily="2" charset="-127"/>
          <a:cs typeface="+mn-cs"/>
        </a:defRPr>
      </a:lvl2pPr>
      <a:lvl3pPr marL="533400" indent="-1778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감탄로드돋움체 Regular TTF" pitchFamily="2" charset="-127"/>
          <a:ea typeface="감탄로드돋움체 Regular TTF" pitchFamily="2" charset="-127"/>
          <a:cs typeface="+mn-cs"/>
        </a:defRPr>
      </a:lvl3pPr>
      <a:lvl4pPr marL="812800" indent="-1905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감탄로드돋움체 Regular TTF" pitchFamily="2" charset="-127"/>
          <a:ea typeface="감탄로드돋움체 Regular TTF" pitchFamily="2" charset="-127"/>
          <a:cs typeface="+mn-cs"/>
        </a:defRPr>
      </a:lvl4pPr>
      <a:lvl5pPr marL="990600" indent="-1778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감탄로드돋움체 Regular TTF" pitchFamily="2" charset="-127"/>
          <a:ea typeface="감탄로드돋움체 Regular TTF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5B76A-69DA-18BB-506C-9BEB467C4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6475" y="2727484"/>
            <a:ext cx="7620000" cy="2255725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Stopwatch/Watch</a:t>
            </a:r>
            <a:br>
              <a:rPr lang="en-US" altLang="ko-KR" dirty="0" smtClean="0"/>
            </a:br>
            <a:r>
              <a:rPr lang="en-US" altLang="ko-KR" dirty="0" err="1" smtClean="0"/>
              <a:t>UART</a:t>
            </a:r>
            <a:r>
              <a:rPr lang="en-US" altLang="ko-KR" dirty="0" smtClean="0"/>
              <a:t>/FIFO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검증 </a:t>
            </a:r>
            <a:r>
              <a:rPr lang="ko-KR" altLang="en-US" dirty="0" err="1" smtClean="0"/>
              <a:t>팀프로젝트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4B602C-E34D-410A-84D3-7FB9738C0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5197663"/>
            <a:ext cx="9144000" cy="853850"/>
          </a:xfrm>
        </p:spPr>
        <p:txBody>
          <a:bodyPr/>
          <a:lstStyle/>
          <a:p>
            <a:r>
              <a:rPr lang="ko-KR" altLang="en-US" dirty="0" err="1"/>
              <a:t>온디바이스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설계 </a:t>
            </a:r>
            <a:r>
              <a:rPr lang="en-US" altLang="ko-KR" dirty="0"/>
              <a:t>1</a:t>
            </a:r>
            <a:r>
              <a:rPr lang="ko-KR" altLang="en-US" dirty="0"/>
              <a:t>기</a:t>
            </a:r>
            <a:endParaRPr lang="en-US" altLang="ko-KR" dirty="0"/>
          </a:p>
          <a:p>
            <a:r>
              <a:rPr lang="en-US" altLang="ko-KR" dirty="0"/>
              <a:t>5-1</a:t>
            </a:r>
            <a:r>
              <a:rPr lang="ko-KR" altLang="en-US" dirty="0"/>
              <a:t>조</a:t>
            </a:r>
            <a:r>
              <a:rPr lang="en-US" altLang="ko-KR" dirty="0"/>
              <a:t>(</a:t>
            </a:r>
            <a:r>
              <a:rPr lang="ko-KR" altLang="en-US" dirty="0"/>
              <a:t>신성민</a:t>
            </a:r>
            <a:r>
              <a:rPr lang="en-US" altLang="ko-KR" dirty="0"/>
              <a:t>, </a:t>
            </a:r>
            <a:r>
              <a:rPr lang="ko-KR" altLang="en-US" dirty="0" err="1"/>
              <a:t>송주연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7CF596-5151-A1A3-84FC-6249504EF2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9925" y="1964811"/>
            <a:ext cx="3213100" cy="548219"/>
          </a:xfrm>
        </p:spPr>
        <p:txBody>
          <a:bodyPr/>
          <a:lstStyle/>
          <a:p>
            <a:r>
              <a:rPr lang="en-US" altLang="ko-KR" dirty="0"/>
              <a:t>Verilog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6CF667-44F2-DEBA-B0DF-4A894198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2026.03.03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2762AF-86A2-137D-87C2-CEE767FB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대한상공회의소 서울기술교육센터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21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91B61-48CE-6CBB-71A8-82124AA93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70F37-B1A1-66E6-DE56-96A9B079A801}"/>
              </a:ext>
            </a:extLst>
          </p:cNvPr>
          <p:cNvSpPr txBox="1"/>
          <p:nvPr/>
        </p:nvSpPr>
        <p:spPr>
          <a:xfrm>
            <a:off x="1681223" y="2842538"/>
            <a:ext cx="2919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감탄로드돋움체 Bold TTF" pitchFamily="2" charset="-127"/>
                <a:ea typeface="감탄로드돋움체 Bold TTF" pitchFamily="2" charset="-127"/>
              </a:rPr>
              <a:t>UART</a:t>
            </a:r>
            <a:r>
              <a:rPr lang="ko-KR" altLang="en-US" sz="1600" dirty="0">
                <a:latin typeface="감탄로드돋움체 Bold TTF" pitchFamily="2" charset="-127"/>
                <a:ea typeface="감탄로드돋움체 Bold TTF" pitchFamily="2" charset="-127"/>
              </a:rPr>
              <a:t> </a:t>
            </a:r>
            <a:r>
              <a:rPr lang="en-US" altLang="ko-KR" sz="1600" dirty="0">
                <a:latin typeface="감탄로드돋움체 Bold TTF" pitchFamily="2" charset="-127"/>
                <a:ea typeface="감탄로드돋움체 Bold TTF" pitchFamily="2" charset="-127"/>
              </a:rPr>
              <a:t>FIFO Introduce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A90A3AB-CF5C-95E8-CECA-A5CB73A9550A}"/>
              </a:ext>
            </a:extLst>
          </p:cNvPr>
          <p:cNvSpPr/>
          <p:nvPr/>
        </p:nvSpPr>
        <p:spPr>
          <a:xfrm>
            <a:off x="1718635" y="2348256"/>
            <a:ext cx="1596065" cy="40197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</a:rPr>
              <a:t>Content 01</a:t>
            </a:r>
            <a:endParaRPr lang="ko-KR" altLang="en-US" sz="1600" dirty="0">
              <a:solidFill>
                <a:schemeClr val="tx1"/>
              </a:solidFill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2BEF0A-CE30-CA67-04E3-C8ECAE3D1694}"/>
              </a:ext>
            </a:extLst>
          </p:cNvPr>
          <p:cNvSpPr txBox="1"/>
          <p:nvPr/>
        </p:nvSpPr>
        <p:spPr>
          <a:xfrm>
            <a:off x="1718635" y="4171191"/>
            <a:ext cx="2956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감탄로드돋움체 Bold TTF" pitchFamily="2" charset="-127"/>
                <a:ea typeface="감탄로드돋움체 Bold TTF" pitchFamily="2" charset="-127"/>
              </a:rPr>
              <a:t>UART</a:t>
            </a:r>
            <a:r>
              <a:rPr lang="ko-KR" altLang="en-US" sz="1600" dirty="0">
                <a:latin typeface="감탄로드돋움체 Bold TTF" pitchFamily="2" charset="-127"/>
                <a:ea typeface="감탄로드돋움체 Bold TTF" pitchFamily="2" charset="-127"/>
              </a:rPr>
              <a:t> </a:t>
            </a:r>
            <a:r>
              <a:rPr lang="en-US" altLang="ko-KR" sz="1600" dirty="0">
                <a:latin typeface="감탄로드돋움체 Bold TTF" pitchFamily="2" charset="-127"/>
                <a:ea typeface="감탄로드돋움체 Bold TTF" pitchFamily="2" charset="-127"/>
              </a:rPr>
              <a:t>FIFO Verification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FEC3302-2812-4B47-9253-8DB7F5012856}"/>
              </a:ext>
            </a:extLst>
          </p:cNvPr>
          <p:cNvSpPr/>
          <p:nvPr/>
        </p:nvSpPr>
        <p:spPr>
          <a:xfrm>
            <a:off x="1681223" y="3676909"/>
            <a:ext cx="1596065" cy="40197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</a:rPr>
              <a:t>Content 02</a:t>
            </a:r>
            <a:endParaRPr lang="ko-KR" altLang="en-US" sz="1600" dirty="0">
              <a:solidFill>
                <a:schemeClr val="tx1"/>
              </a:solidFill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8917F5-C210-8248-C7E1-4D842F4C6ABF}"/>
              </a:ext>
            </a:extLst>
          </p:cNvPr>
          <p:cNvSpPr txBox="1"/>
          <p:nvPr/>
        </p:nvSpPr>
        <p:spPr>
          <a:xfrm>
            <a:off x="6272273" y="2842538"/>
            <a:ext cx="2919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latin typeface="감탄로드돋움체 Bold TTF" pitchFamily="2" charset="-127"/>
                <a:ea typeface="감탄로드돋움체 Bold TTF" pitchFamily="2" charset="-127"/>
              </a:rPr>
              <a:t>Stopwatch Verification</a:t>
            </a:r>
            <a:endParaRPr lang="en-US" altLang="ko-KR" sz="1600" dirty="0"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BCA071B-CFE9-4297-666A-59882934861C}"/>
              </a:ext>
            </a:extLst>
          </p:cNvPr>
          <p:cNvSpPr/>
          <p:nvPr/>
        </p:nvSpPr>
        <p:spPr>
          <a:xfrm>
            <a:off x="6309685" y="2348256"/>
            <a:ext cx="1596065" cy="40197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</a:rPr>
              <a:t>Content 03</a:t>
            </a:r>
            <a:endParaRPr lang="ko-KR" altLang="en-US" sz="1600" dirty="0">
              <a:solidFill>
                <a:schemeClr val="tx1"/>
              </a:solidFill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4E8344-1083-A969-6C97-78CF5D02D77F}"/>
              </a:ext>
            </a:extLst>
          </p:cNvPr>
          <p:cNvSpPr txBox="1"/>
          <p:nvPr/>
        </p:nvSpPr>
        <p:spPr>
          <a:xfrm>
            <a:off x="6309685" y="4171191"/>
            <a:ext cx="2956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latin typeface="감탄로드돋움체 Bold TTF" pitchFamily="2" charset="-127"/>
                <a:ea typeface="감탄로드돋움체 Bold TTF" pitchFamily="2" charset="-127"/>
              </a:rPr>
              <a:t>Watch Verification</a:t>
            </a:r>
            <a:endParaRPr lang="en-US" altLang="ko-KR" sz="1600" dirty="0"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E5ADCDB-62FC-C4C3-0587-F893D92D1807}"/>
              </a:ext>
            </a:extLst>
          </p:cNvPr>
          <p:cNvSpPr/>
          <p:nvPr/>
        </p:nvSpPr>
        <p:spPr>
          <a:xfrm>
            <a:off x="6272273" y="3676909"/>
            <a:ext cx="1596065" cy="40197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</a:rPr>
              <a:t>Content 04</a:t>
            </a:r>
            <a:endParaRPr lang="ko-KR" altLang="en-US" sz="1600" dirty="0">
              <a:solidFill>
                <a:schemeClr val="tx1"/>
              </a:solidFill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4BCE7F2-779F-EC3F-852F-5015668EB488}"/>
              </a:ext>
            </a:extLst>
          </p:cNvPr>
          <p:cNvCxnSpPr/>
          <p:nvPr/>
        </p:nvCxnSpPr>
        <p:spPr>
          <a:xfrm>
            <a:off x="4067175" y="3040390"/>
            <a:ext cx="9810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FE38A3B-A22C-B56A-6C56-4F2FB89FCF13}"/>
              </a:ext>
            </a:extLst>
          </p:cNvPr>
          <p:cNvCxnSpPr>
            <a:cxnSpLocks/>
          </p:cNvCxnSpPr>
          <p:nvPr/>
        </p:nvCxnSpPr>
        <p:spPr>
          <a:xfrm>
            <a:off x="4343400" y="4369043"/>
            <a:ext cx="7048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DE1C3FC-4B75-BC64-DFED-3955FD43D433}"/>
              </a:ext>
            </a:extLst>
          </p:cNvPr>
          <p:cNvCxnSpPr/>
          <p:nvPr/>
        </p:nvCxnSpPr>
        <p:spPr>
          <a:xfrm>
            <a:off x="8990222" y="3040390"/>
            <a:ext cx="9810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F35A939-04B1-5324-E773-115CC10230A4}"/>
              </a:ext>
            </a:extLst>
          </p:cNvPr>
          <p:cNvCxnSpPr>
            <a:cxnSpLocks/>
          </p:cNvCxnSpPr>
          <p:nvPr/>
        </p:nvCxnSpPr>
        <p:spPr>
          <a:xfrm>
            <a:off x="9266447" y="4369043"/>
            <a:ext cx="7048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785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ADDB3-961D-BBD4-3D99-43357ACA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UART FIFO </a:t>
            </a:r>
            <a:br>
              <a:rPr lang="en-US" altLang="ko-KR" dirty="0"/>
            </a:br>
            <a:r>
              <a:rPr lang="en-US" altLang="ko-KR" dirty="0"/>
              <a:t>INTRODUCE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44789A-7525-291B-AB7E-3A4EFA0A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contents01.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41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C3C07-7E73-19BC-30B0-060586EC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50900"/>
            <a:ext cx="10515600" cy="725488"/>
          </a:xfrm>
        </p:spPr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RTL Structure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681962-FD55-6AF6-AD8E-82287EAF9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A09EAEC-7062-12E5-AC17-3061B4051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943090"/>
            <a:ext cx="10515600" cy="4351338"/>
          </a:xfrm>
        </p:spPr>
        <p:txBody>
          <a:bodyPr/>
          <a:lstStyle/>
          <a:p>
            <a:r>
              <a:rPr lang="en-US" altLang="ko-KR" dirty="0"/>
              <a:t>UART</a:t>
            </a:r>
            <a:r>
              <a:rPr lang="ko-KR" altLang="en-US" dirty="0"/>
              <a:t>의 </a:t>
            </a:r>
            <a:r>
              <a:rPr lang="en-US" altLang="ko-KR" dirty="0"/>
              <a:t>RX/TX</a:t>
            </a:r>
            <a:r>
              <a:rPr lang="ko-KR" altLang="en-US" dirty="0"/>
              <a:t>에 </a:t>
            </a:r>
            <a:r>
              <a:rPr lang="en-US" altLang="ko-KR" dirty="0"/>
              <a:t>FIFO</a:t>
            </a:r>
            <a:r>
              <a:rPr lang="ko-KR" altLang="en-US" dirty="0"/>
              <a:t>가 연결된 구조</a:t>
            </a:r>
            <a:endParaRPr lang="en-US" altLang="ko-KR" dirty="0"/>
          </a:p>
          <a:p>
            <a:pPr lvl="1"/>
            <a:r>
              <a:rPr lang="en-US" altLang="ko-KR" dirty="0"/>
              <a:t>UART RX </a:t>
            </a:r>
            <a:r>
              <a:rPr lang="ko-KR" altLang="en-US" dirty="0"/>
              <a:t>신호를 처리하는 </a:t>
            </a:r>
            <a:r>
              <a:rPr lang="en-US" altLang="ko-KR" dirty="0" err="1"/>
              <a:t>uart_rx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en-US" altLang="ko-KR" dirty="0"/>
          </a:p>
          <a:p>
            <a:pPr lvl="1"/>
            <a:r>
              <a:rPr lang="en-US" altLang="ko-KR" dirty="0"/>
              <a:t>RX</a:t>
            </a:r>
            <a:r>
              <a:rPr lang="ko-KR" altLang="en-US" dirty="0"/>
              <a:t>로 수신된 데이터를 저장하는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rx_fifo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TX</a:t>
            </a:r>
            <a:r>
              <a:rPr lang="ko-KR" altLang="en-US" dirty="0"/>
              <a:t>로 전송하는 데이터를 저장하는 </a:t>
            </a:r>
            <a:r>
              <a:rPr lang="en-US" altLang="ko-KR" dirty="0"/>
              <a:t>FIFO (</a:t>
            </a:r>
            <a:r>
              <a:rPr lang="en-US" altLang="ko-KR" dirty="0" err="1"/>
              <a:t>tx_fifo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UART TX </a:t>
            </a:r>
            <a:r>
              <a:rPr lang="ko-KR" altLang="en-US" dirty="0"/>
              <a:t>신호를 전달하는 </a:t>
            </a:r>
            <a:r>
              <a:rPr lang="en-US" altLang="ko-KR" dirty="0" err="1"/>
              <a:t>uart_tx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08646290-EC7D-FA64-D1D6-78A425CC8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359730"/>
              </p:ext>
            </p:extLst>
          </p:nvPr>
        </p:nvGraphicFramePr>
        <p:xfrm>
          <a:off x="5949807" y="2071361"/>
          <a:ext cx="603878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193">
                  <a:extLst>
                    <a:ext uri="{9D8B030D-6E8A-4147-A177-3AD203B41FA5}">
                      <a16:colId xmlns:a16="http://schemas.microsoft.com/office/drawing/2014/main" val="2191807483"/>
                    </a:ext>
                  </a:extLst>
                </a:gridCol>
                <a:gridCol w="2895387">
                  <a:extLst>
                    <a:ext uri="{9D8B030D-6E8A-4147-A177-3AD203B41FA5}">
                      <a16:colId xmlns:a16="http://schemas.microsoft.com/office/drawing/2014/main" val="3867062656"/>
                    </a:ext>
                  </a:extLst>
                </a:gridCol>
                <a:gridCol w="1603205">
                  <a:extLst>
                    <a:ext uri="{9D8B030D-6E8A-4147-A177-3AD203B41FA5}">
                      <a16:colId xmlns:a16="http://schemas.microsoft.com/office/drawing/2014/main" val="33873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감탄로드돋움체 Bold TTF" pitchFamily="2" charset="-127"/>
                          <a:ea typeface="감탄로드돋움체 Bold TTF" pitchFamily="2" charset="-127"/>
                        </a:rPr>
                        <a:t>uart_sys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감탄로드돋움체 Bold TTF" pitchFamily="2" charset="-127"/>
                        <a:ea typeface="감탄로드돋움체 Bold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o_rxfifo_data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2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o_rxfifo_valid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9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o_rx_full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1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i_uart_rx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o_rx_empty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4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i_rxfifo_pop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3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o_uart_tx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i_txfifo_push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o_tx_busy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i_txfifo_data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o_tx_done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3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3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66150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A170D1-C18E-48AC-281B-C70D9226C776}"/>
              </a:ext>
            </a:extLst>
          </p:cNvPr>
          <p:cNvSpPr/>
          <p:nvPr/>
        </p:nvSpPr>
        <p:spPr>
          <a:xfrm>
            <a:off x="7492332" y="2972425"/>
            <a:ext cx="1054100" cy="71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uart_rx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F3DE14-1297-12F2-290C-0C8EE196DC87}"/>
              </a:ext>
            </a:extLst>
          </p:cNvPr>
          <p:cNvSpPr/>
          <p:nvPr/>
        </p:nvSpPr>
        <p:spPr>
          <a:xfrm>
            <a:off x="9150207" y="2218681"/>
            <a:ext cx="1231900" cy="1460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FIFO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rx_fifo</a:t>
            </a:r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F37E2D-DD2D-339A-AE34-7F8B53279086}"/>
              </a:ext>
            </a:extLst>
          </p:cNvPr>
          <p:cNvSpPr/>
          <p:nvPr/>
        </p:nvSpPr>
        <p:spPr>
          <a:xfrm>
            <a:off x="7492332" y="4156860"/>
            <a:ext cx="1231900" cy="1196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FIFO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tx_fifo</a:t>
            </a:r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3CE967-AE44-B020-35F3-D5F3A8E31AC0}"/>
              </a:ext>
            </a:extLst>
          </p:cNvPr>
          <p:cNvSpPr/>
          <p:nvPr/>
        </p:nvSpPr>
        <p:spPr>
          <a:xfrm>
            <a:off x="9328007" y="4118759"/>
            <a:ext cx="1054100" cy="1062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uart_tx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C46D272-844C-9597-758A-CB44A1184298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499207" y="2948931"/>
            <a:ext cx="1651000" cy="979487"/>
          </a:xfrm>
          <a:prstGeom prst="bentConnector3">
            <a:avLst>
              <a:gd name="adj1" fmla="val 8221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E7CC0FF-AC2C-DBDC-6ED2-8601B3B2589C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8546432" y="2948931"/>
            <a:ext cx="603775" cy="383222"/>
          </a:xfrm>
          <a:prstGeom prst="bentConnector3">
            <a:avLst>
              <a:gd name="adj1" fmla="val 511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9FA12D4-6F72-2AEC-CCE7-DA065911B615}"/>
              </a:ext>
            </a:extLst>
          </p:cNvPr>
          <p:cNvCxnSpPr>
            <a:endCxn id="18" idx="1"/>
          </p:cNvCxnSpPr>
          <p:nvPr/>
        </p:nvCxnSpPr>
        <p:spPr>
          <a:xfrm flipV="1">
            <a:off x="8731107" y="4649937"/>
            <a:ext cx="596900" cy="1084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3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625A7-2330-3B9B-A86C-ABE65EA6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 Frame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B010DE-ED55-B025-491E-E12DA40F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UART:</a:t>
            </a:r>
            <a:r>
              <a:rPr lang="ko-KR" altLang="en-US" dirty="0"/>
              <a:t> 비동기 데이터 전송 프로토콜</a:t>
            </a:r>
            <a:endParaRPr lang="en-US" altLang="ko-KR" dirty="0"/>
          </a:p>
          <a:p>
            <a:pPr lvl="1"/>
            <a:r>
              <a:rPr lang="ko-KR" altLang="en-US" dirty="0"/>
              <a:t>클럭 없이 </a:t>
            </a:r>
            <a:r>
              <a:rPr lang="en-US" altLang="ko-KR" dirty="0"/>
              <a:t>baud rate</a:t>
            </a:r>
            <a:r>
              <a:rPr lang="ko-KR" altLang="en-US" dirty="0"/>
              <a:t>를 기준으로 </a:t>
            </a:r>
            <a:r>
              <a:rPr lang="en-US" altLang="ko-KR" dirty="0"/>
              <a:t>bit</a:t>
            </a:r>
            <a:r>
              <a:rPr lang="ko-KR" altLang="en-US" dirty="0"/>
              <a:t> 전달</a:t>
            </a:r>
            <a:endParaRPr lang="en-US" altLang="ko-KR" dirty="0"/>
          </a:p>
          <a:p>
            <a:pPr lvl="1"/>
            <a:r>
              <a:rPr lang="en-US" altLang="ko-KR" dirty="0"/>
              <a:t>UART</a:t>
            </a:r>
            <a:r>
              <a:rPr lang="ko-KR" altLang="en-US" dirty="0"/>
              <a:t>의 비트는 </a:t>
            </a:r>
            <a:r>
              <a:rPr lang="en-US" altLang="ko-KR" dirty="0"/>
              <a:t>Start, Data, Stop </a:t>
            </a:r>
            <a:r>
              <a:rPr lang="ko-KR" altLang="en-US" dirty="0"/>
              <a:t>구획으로 구분</a:t>
            </a:r>
            <a:endParaRPr lang="en-US" altLang="ko-KR" dirty="0"/>
          </a:p>
          <a:p>
            <a:pPr lvl="2"/>
            <a:r>
              <a:rPr lang="en-US" altLang="ko-KR" dirty="0"/>
              <a:t>Idle </a:t>
            </a:r>
            <a:r>
              <a:rPr lang="ko-KR" altLang="en-US" dirty="0"/>
              <a:t>상태에서 </a:t>
            </a:r>
            <a:r>
              <a:rPr lang="en-US" altLang="ko-KR" dirty="0"/>
              <a:t>High </a:t>
            </a:r>
            <a:r>
              <a:rPr lang="ko-KR" altLang="en-US" dirty="0"/>
              <a:t>전달</a:t>
            </a:r>
            <a:endParaRPr lang="en-US" altLang="ko-KR" dirty="0"/>
          </a:p>
          <a:p>
            <a:pPr lvl="2"/>
            <a:r>
              <a:rPr lang="en-US" altLang="ko-KR" dirty="0"/>
              <a:t>Start: </a:t>
            </a:r>
            <a:r>
              <a:rPr lang="ko-KR" altLang="en-US" dirty="0"/>
              <a:t>전송 시작 알림</a:t>
            </a:r>
            <a:r>
              <a:rPr lang="en-US" altLang="ko-KR" dirty="0"/>
              <a:t>, Low </a:t>
            </a:r>
            <a:r>
              <a:rPr lang="ko-KR" altLang="en-US" dirty="0"/>
              <a:t>전달</a:t>
            </a:r>
            <a:endParaRPr lang="en-US" altLang="ko-KR" dirty="0"/>
          </a:p>
          <a:p>
            <a:pPr lvl="2"/>
            <a:r>
              <a:rPr lang="en-US" altLang="ko-KR" dirty="0"/>
              <a:t>Data: </a:t>
            </a:r>
            <a:r>
              <a:rPr lang="ko-KR" altLang="en-US" dirty="0"/>
              <a:t>데이터</a:t>
            </a:r>
            <a:r>
              <a:rPr lang="en-US" altLang="ko-KR" dirty="0"/>
              <a:t>, LSB</a:t>
            </a:r>
            <a:r>
              <a:rPr lang="ko-KR" altLang="en-US" dirty="0"/>
              <a:t>부터 </a:t>
            </a:r>
            <a:r>
              <a:rPr lang="en-US" altLang="ko-KR" dirty="0"/>
              <a:t>MSB</a:t>
            </a:r>
            <a:r>
              <a:rPr lang="ko-KR" altLang="en-US" dirty="0"/>
              <a:t> 순서로 전달</a:t>
            </a:r>
            <a:endParaRPr lang="en-US" altLang="ko-KR" dirty="0"/>
          </a:p>
          <a:p>
            <a:pPr lvl="2"/>
            <a:r>
              <a:rPr lang="en-US" altLang="ko-KR" dirty="0"/>
              <a:t>Stop: </a:t>
            </a:r>
            <a:r>
              <a:rPr lang="ko-KR" altLang="en-US" dirty="0"/>
              <a:t>전송 완료 알림</a:t>
            </a:r>
            <a:r>
              <a:rPr lang="en-US" altLang="ko-KR" dirty="0"/>
              <a:t>, High </a:t>
            </a:r>
            <a:r>
              <a:rPr lang="ko-KR" altLang="en-US" dirty="0"/>
              <a:t>전달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B13931-3A72-B47C-768D-BB1C9E476A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D27EA0C-1870-5AF7-3D12-FC65E19F6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01" y="5578199"/>
            <a:ext cx="8389297" cy="54712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19B5653-0212-EA15-1D5A-EDAF059C5CE8}"/>
              </a:ext>
            </a:extLst>
          </p:cNvPr>
          <p:cNvSpPr/>
          <p:nvPr/>
        </p:nvSpPr>
        <p:spPr>
          <a:xfrm>
            <a:off x="3231337" y="5483940"/>
            <a:ext cx="5857661" cy="7356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FDAE8A-6D52-25FA-9014-B12BB857B0E1}"/>
              </a:ext>
            </a:extLst>
          </p:cNvPr>
          <p:cNvSpPr/>
          <p:nvPr/>
        </p:nvSpPr>
        <p:spPr>
          <a:xfrm>
            <a:off x="2489964" y="5483940"/>
            <a:ext cx="741374" cy="7356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2396E6-2F33-6965-8742-6A0535D9D57F}"/>
              </a:ext>
            </a:extLst>
          </p:cNvPr>
          <p:cNvSpPr/>
          <p:nvPr/>
        </p:nvSpPr>
        <p:spPr>
          <a:xfrm>
            <a:off x="9088998" y="5483940"/>
            <a:ext cx="741374" cy="7356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CF99C-884B-0916-5B15-A2BDEA8AA608}"/>
              </a:ext>
            </a:extLst>
          </p:cNvPr>
          <p:cNvSpPr txBox="1"/>
          <p:nvPr/>
        </p:nvSpPr>
        <p:spPr>
          <a:xfrm>
            <a:off x="2529639" y="5176163"/>
            <a:ext cx="662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Start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DEC26-A14A-BE3C-1DFB-7EFB715790EE}"/>
              </a:ext>
            </a:extLst>
          </p:cNvPr>
          <p:cNvSpPr txBox="1"/>
          <p:nvPr/>
        </p:nvSpPr>
        <p:spPr>
          <a:xfrm>
            <a:off x="5778737" y="5176163"/>
            <a:ext cx="662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BC78A-9133-77BA-4E5D-044B149BC2AE}"/>
              </a:ext>
            </a:extLst>
          </p:cNvPr>
          <p:cNvSpPr txBox="1"/>
          <p:nvPr/>
        </p:nvSpPr>
        <p:spPr>
          <a:xfrm>
            <a:off x="9128673" y="5176163"/>
            <a:ext cx="662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77657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F0109-C112-5138-A6DD-1E7C6E7A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Operation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04A72-785B-5879-D7B8-9228CD37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FIFO</a:t>
            </a:r>
            <a:r>
              <a:rPr lang="ko-KR" altLang="en-US" dirty="0"/>
              <a:t>를 제어하기 위한 </a:t>
            </a:r>
            <a:r>
              <a:rPr lang="en-US" altLang="ko-KR" dirty="0"/>
              <a:t>Push, Pop </a:t>
            </a:r>
            <a:r>
              <a:rPr lang="ko-KR" altLang="en-US" dirty="0"/>
              <a:t>명령</a:t>
            </a:r>
            <a:endParaRPr lang="en-US" altLang="ko-KR" dirty="0"/>
          </a:p>
          <a:p>
            <a:pPr lvl="1"/>
            <a:r>
              <a:rPr lang="en-US" altLang="ko-KR" dirty="0"/>
              <a:t>Push </a:t>
            </a:r>
            <a:r>
              <a:rPr lang="ko-KR" altLang="en-US" dirty="0"/>
              <a:t>명령으로 </a:t>
            </a:r>
            <a:r>
              <a:rPr lang="en-US" altLang="ko-KR" dirty="0"/>
              <a:t>FIFO</a:t>
            </a:r>
            <a:r>
              <a:rPr lang="ko-KR" altLang="en-US" dirty="0"/>
              <a:t>에 데이터 주입</a:t>
            </a:r>
            <a:endParaRPr lang="en-US" altLang="ko-KR" dirty="0"/>
          </a:p>
          <a:p>
            <a:pPr lvl="2"/>
            <a:r>
              <a:rPr lang="en-US" altLang="ko-KR" dirty="0" err="1"/>
              <a:t>push_data</a:t>
            </a:r>
            <a:r>
              <a:rPr lang="en-US" altLang="ko-KR" dirty="0"/>
              <a:t> </a:t>
            </a:r>
            <a:r>
              <a:rPr lang="ko-KR" altLang="en-US" dirty="0"/>
              <a:t>값을 </a:t>
            </a:r>
            <a:r>
              <a:rPr lang="en-US" altLang="ko-KR" dirty="0"/>
              <a:t>FIFO</a:t>
            </a:r>
            <a:r>
              <a:rPr lang="ko-KR" altLang="en-US" dirty="0"/>
              <a:t>로 입력</a:t>
            </a:r>
            <a:endParaRPr lang="en-US" altLang="ko-KR" dirty="0"/>
          </a:p>
          <a:p>
            <a:pPr lvl="1"/>
            <a:r>
              <a:rPr lang="en-US" altLang="ko-KR" dirty="0"/>
              <a:t>Pop </a:t>
            </a:r>
            <a:r>
              <a:rPr lang="ko-KR" altLang="en-US" dirty="0"/>
              <a:t>명령으로 </a:t>
            </a:r>
            <a:r>
              <a:rPr lang="en-US" altLang="ko-KR" dirty="0"/>
              <a:t>FIFO</a:t>
            </a:r>
            <a:r>
              <a:rPr lang="ko-KR" altLang="en-US" dirty="0"/>
              <a:t>에서 데이터 출력</a:t>
            </a:r>
            <a:endParaRPr lang="en-US" altLang="ko-KR" dirty="0"/>
          </a:p>
          <a:p>
            <a:pPr lvl="2"/>
            <a:r>
              <a:rPr lang="ko-KR" altLang="en-US" dirty="0"/>
              <a:t>다음 데이터 요청 신호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다음 사이클에서 </a:t>
            </a:r>
            <a:r>
              <a:rPr lang="en-US" altLang="ko-KR" dirty="0" err="1"/>
              <a:t>pop_data</a:t>
            </a:r>
            <a:r>
              <a:rPr lang="ko-KR" altLang="en-US" dirty="0"/>
              <a:t>가 다음 데이터로 업데이트됨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33E053-B794-1F7B-697B-5ADA01E9D2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</p:txBody>
      </p:sp>
      <p:pic>
        <p:nvPicPr>
          <p:cNvPr id="10" name="그림 9" descr="스크린샷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25EEB8-39E6-E04A-D08A-9FC7AD14B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21" y="4584390"/>
            <a:ext cx="8093065" cy="189681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FDF061-1AC7-0539-9D67-832243C4B8AE}"/>
              </a:ext>
            </a:extLst>
          </p:cNvPr>
          <p:cNvSpPr/>
          <p:nvPr/>
        </p:nvSpPr>
        <p:spPr>
          <a:xfrm>
            <a:off x="1690653" y="4977637"/>
            <a:ext cx="7769603" cy="7356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105CCD-7764-50F9-548B-830A311C69AA}"/>
              </a:ext>
            </a:extLst>
          </p:cNvPr>
          <p:cNvSpPr/>
          <p:nvPr/>
        </p:nvSpPr>
        <p:spPr>
          <a:xfrm>
            <a:off x="1690653" y="5755661"/>
            <a:ext cx="7769603" cy="7356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6FE8E-215D-1350-08A2-C5FC8CD7779A}"/>
              </a:ext>
            </a:extLst>
          </p:cNvPr>
          <p:cNvSpPr txBox="1"/>
          <p:nvPr/>
        </p:nvSpPr>
        <p:spPr>
          <a:xfrm>
            <a:off x="9502488" y="4966024"/>
            <a:ext cx="1703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Push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0CE10-B7F5-C148-D7E2-319FD9146484}"/>
              </a:ext>
            </a:extLst>
          </p:cNvPr>
          <p:cNvSpPr txBox="1"/>
          <p:nvPr/>
        </p:nvSpPr>
        <p:spPr>
          <a:xfrm>
            <a:off x="9502488" y="5754325"/>
            <a:ext cx="1703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Pop Operation</a:t>
            </a:r>
          </a:p>
        </p:txBody>
      </p:sp>
      <p:graphicFrame>
        <p:nvGraphicFramePr>
          <p:cNvPr id="17" name="내용 개체 틀 4">
            <a:extLst>
              <a:ext uri="{FF2B5EF4-FFF2-40B4-BE49-F238E27FC236}">
                <a16:creationId xmlns:a16="http://schemas.microsoft.com/office/drawing/2014/main" id="{FE3353E4-45CB-ECD1-F601-4AB3360F15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737644"/>
              </p:ext>
            </p:extLst>
          </p:nvPr>
        </p:nvGraphicFramePr>
        <p:xfrm>
          <a:off x="8170493" y="2056912"/>
          <a:ext cx="3479488" cy="2149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>
                  <a:extLst>
                    <a:ext uri="{9D8B030D-6E8A-4147-A177-3AD203B41FA5}">
                      <a16:colId xmlns:a16="http://schemas.microsoft.com/office/drawing/2014/main" val="2191807483"/>
                    </a:ext>
                  </a:extLst>
                </a:gridCol>
                <a:gridCol w="1256643">
                  <a:extLst>
                    <a:ext uri="{9D8B030D-6E8A-4147-A177-3AD203B41FA5}">
                      <a16:colId xmlns:a16="http://schemas.microsoft.com/office/drawing/2014/main" val="3867062656"/>
                    </a:ext>
                  </a:extLst>
                </a:gridCol>
                <a:gridCol w="1071590">
                  <a:extLst>
                    <a:ext uri="{9D8B030D-6E8A-4147-A177-3AD203B41FA5}">
                      <a16:colId xmlns:a16="http://schemas.microsoft.com/office/drawing/2014/main" val="3387387143"/>
                    </a:ext>
                  </a:extLst>
                </a:gridCol>
              </a:tblGrid>
              <a:tr h="20780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clk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Bold TTF" pitchFamily="2" charset="-127"/>
                          <a:ea typeface="감탄로드돋움체 Bold TTF" pitchFamily="2" charset="-127"/>
                        </a:rPr>
                        <a:t>fifo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Bold TTF" pitchFamily="2" charset="-127"/>
                        <a:ea typeface="감탄로드돋움체 Bold TTF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21815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full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94640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empty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16564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push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44377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push_data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37385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36856"/>
                  </a:ext>
                </a:extLst>
              </a:tr>
              <a:tr h="20780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pop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pop_data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1197"/>
                  </a:ext>
                </a:extLst>
              </a:tr>
              <a:tr h="442161">
                <a:tc>
                  <a:txBody>
                    <a:bodyPr/>
                    <a:lstStyle/>
                    <a:p>
                      <a:pPr algn="r"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37157"/>
                  </a:ext>
                </a:extLst>
              </a:tr>
            </a:tbl>
          </a:graphicData>
        </a:graphic>
      </p:graphicFrame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F3C943A-CDF9-52C7-1800-8A149D9CEE07}"/>
              </a:ext>
            </a:extLst>
          </p:cNvPr>
          <p:cNvSpPr/>
          <p:nvPr/>
        </p:nvSpPr>
        <p:spPr>
          <a:xfrm rot="5400000">
            <a:off x="9309983" y="2226819"/>
            <a:ext cx="178755" cy="151254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04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74DA909-7050-D37D-9829-812F1AE6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Verification System Structure Diagram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026FC65-19C9-5602-80A9-39484A9D13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4BB926C4-2723-FD0C-66ED-78BAD1E518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736972"/>
              </p:ext>
            </p:extLst>
          </p:nvPr>
        </p:nvGraphicFramePr>
        <p:xfrm>
          <a:off x="2356185" y="2423214"/>
          <a:ext cx="603878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193">
                  <a:extLst>
                    <a:ext uri="{9D8B030D-6E8A-4147-A177-3AD203B41FA5}">
                      <a16:colId xmlns:a16="http://schemas.microsoft.com/office/drawing/2014/main" val="2191807483"/>
                    </a:ext>
                  </a:extLst>
                </a:gridCol>
                <a:gridCol w="2895387">
                  <a:extLst>
                    <a:ext uri="{9D8B030D-6E8A-4147-A177-3AD203B41FA5}">
                      <a16:colId xmlns:a16="http://schemas.microsoft.com/office/drawing/2014/main" val="3867062656"/>
                    </a:ext>
                  </a:extLst>
                </a:gridCol>
                <a:gridCol w="1603205">
                  <a:extLst>
                    <a:ext uri="{9D8B030D-6E8A-4147-A177-3AD203B41FA5}">
                      <a16:colId xmlns:a16="http://schemas.microsoft.com/office/drawing/2014/main" val="33873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감탄로드돋움체 Bold TTF" pitchFamily="2" charset="-127"/>
                          <a:ea typeface="감탄로드돋움체 Bold TTF" pitchFamily="2" charset="-127"/>
                        </a:rPr>
                        <a:t>uart_sys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감탄로드돋움체 Bold TTF" pitchFamily="2" charset="-127"/>
                        <a:ea typeface="감탄로드돋움체 Bold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o_rxfifo_data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2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o_rxfifo_valid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9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o_rx_full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1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i_uart_rx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o_rx_empty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4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i_rxfifo_pop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3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o_uart_tx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i_txfifo_push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o_tx_busy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i_txfifo_data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[7:0]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o_tx_done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3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3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66150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71D804C-F05B-40CE-D02C-2B470262EA38}"/>
              </a:ext>
            </a:extLst>
          </p:cNvPr>
          <p:cNvSpPr/>
          <p:nvPr/>
        </p:nvSpPr>
        <p:spPr>
          <a:xfrm>
            <a:off x="3905585" y="3324278"/>
            <a:ext cx="1054100" cy="71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uart_rx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37E1AD-3C74-5DC4-FE11-ECDF329629F7}"/>
              </a:ext>
            </a:extLst>
          </p:cNvPr>
          <p:cNvSpPr/>
          <p:nvPr/>
        </p:nvSpPr>
        <p:spPr>
          <a:xfrm>
            <a:off x="5556585" y="2570534"/>
            <a:ext cx="1231900" cy="1460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FIFO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rx_fifo</a:t>
            </a:r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79789C-4605-7D63-AAF2-5A14340E116F}"/>
              </a:ext>
            </a:extLst>
          </p:cNvPr>
          <p:cNvSpPr/>
          <p:nvPr/>
        </p:nvSpPr>
        <p:spPr>
          <a:xfrm>
            <a:off x="3905585" y="4508713"/>
            <a:ext cx="1231900" cy="1196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FIFO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tx_fifo</a:t>
            </a:r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632F56-CD76-10AB-8AA7-7BBD62CBB205}"/>
              </a:ext>
            </a:extLst>
          </p:cNvPr>
          <p:cNvSpPr/>
          <p:nvPr/>
        </p:nvSpPr>
        <p:spPr>
          <a:xfrm>
            <a:off x="5734385" y="4470612"/>
            <a:ext cx="1054100" cy="1062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uart_tx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E2AE4BE4-73B1-2805-FA8C-8B23A594668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905585" y="3300784"/>
            <a:ext cx="1651000" cy="979487"/>
          </a:xfrm>
          <a:prstGeom prst="bentConnector3">
            <a:avLst>
              <a:gd name="adj1" fmla="val 8221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A09BE48-562A-0E64-55F9-9C373EF60C02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959685" y="3300784"/>
            <a:ext cx="596900" cy="3832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2F4BA8E5-4F77-19BC-DDF2-04780F5082F1}"/>
              </a:ext>
            </a:extLst>
          </p:cNvPr>
          <p:cNvCxnSpPr>
            <a:endCxn id="6" idx="1"/>
          </p:cNvCxnSpPr>
          <p:nvPr/>
        </p:nvCxnSpPr>
        <p:spPr>
          <a:xfrm flipV="1">
            <a:off x="5137485" y="5001790"/>
            <a:ext cx="596900" cy="1084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6CCC73-F80E-8490-96FA-63FE37A2E6FA}"/>
              </a:ext>
            </a:extLst>
          </p:cNvPr>
          <p:cNvSpPr/>
          <p:nvPr/>
        </p:nvSpPr>
        <p:spPr>
          <a:xfrm>
            <a:off x="2055203" y="2298601"/>
            <a:ext cx="6640750" cy="20254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FC693B-B9A6-7CDB-495B-127AE36F9009}"/>
              </a:ext>
            </a:extLst>
          </p:cNvPr>
          <p:cNvSpPr/>
          <p:nvPr/>
        </p:nvSpPr>
        <p:spPr>
          <a:xfrm>
            <a:off x="2055202" y="4324014"/>
            <a:ext cx="6640750" cy="15060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14F62-6544-F8B7-6521-1EFC38E72987}"/>
              </a:ext>
            </a:extLst>
          </p:cNvPr>
          <p:cNvSpPr txBox="1"/>
          <p:nvPr/>
        </p:nvSpPr>
        <p:spPr>
          <a:xfrm>
            <a:off x="8755011" y="2296958"/>
            <a:ext cx="1488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RX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신호와 </a:t>
            </a:r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/>
            </a:r>
            <a:b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</a:br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FIFO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동작 검증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B0BE65-4B12-3903-AB51-52CB87CF6927}"/>
              </a:ext>
            </a:extLst>
          </p:cNvPr>
          <p:cNvSpPr txBox="1"/>
          <p:nvPr/>
        </p:nvSpPr>
        <p:spPr>
          <a:xfrm>
            <a:off x="8756984" y="4324014"/>
            <a:ext cx="1703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TX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 검증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B6D7E6-BD47-A80B-0D54-6CC293CB3475}"/>
              </a:ext>
            </a:extLst>
          </p:cNvPr>
          <p:cNvSpPr/>
          <p:nvPr/>
        </p:nvSpPr>
        <p:spPr>
          <a:xfrm>
            <a:off x="1201159" y="1860355"/>
            <a:ext cx="10056985" cy="4728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tb_uart_sys_sv</a:t>
            </a:r>
            <a:endParaRPr lang="ko-KR" altLang="en-US" sz="16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0021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E747B32-E03B-F36F-C9A4-33E352E8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UART FIFO </a:t>
            </a:r>
            <a:br>
              <a:rPr lang="en-US" altLang="ko-KR" dirty="0"/>
            </a:br>
            <a:r>
              <a:rPr lang="en-US" altLang="ko-KR" dirty="0"/>
              <a:t>VERIFICATION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232D31-1842-4B6B-4340-DBBB660A7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contents02.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928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4D9A1C1-C8F5-FA20-13A6-99D2882C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Verification Scenario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7BE6CE4-C5C7-5DA9-8F34-1584A01D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r>
              <a:rPr lang="ko-KR" altLang="en-US" dirty="0"/>
              <a:t> 신호를 해석하거나 생성하고 </a:t>
            </a:r>
            <a:r>
              <a:rPr lang="en-US" altLang="ko-KR" dirty="0"/>
              <a:t>FIFO</a:t>
            </a:r>
            <a:r>
              <a:rPr lang="ko-KR" altLang="en-US" dirty="0"/>
              <a:t>에 정상적으로 데이터 저장 여부를 확인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UART RX</a:t>
            </a:r>
            <a:r>
              <a:rPr lang="ko-KR" altLang="en-US" dirty="0"/>
              <a:t>로 </a:t>
            </a:r>
            <a:r>
              <a:rPr lang="en-US" altLang="ko-KR" dirty="0"/>
              <a:t>UART </a:t>
            </a:r>
            <a:r>
              <a:rPr lang="ko-KR" altLang="en-US" dirty="0"/>
              <a:t>신호 전달</a:t>
            </a:r>
            <a:endParaRPr lang="en-US" altLang="ko-KR" dirty="0"/>
          </a:p>
          <a:p>
            <a:pPr marL="609600" lvl="1" indent="-342900"/>
            <a:r>
              <a:rPr lang="en-US" altLang="ko-KR" dirty="0"/>
              <a:t>UART </a:t>
            </a:r>
            <a:r>
              <a:rPr lang="ko-KR" altLang="en-US" dirty="0"/>
              <a:t>신호 생성 및 전송</a:t>
            </a:r>
            <a:r>
              <a:rPr lang="en-US" altLang="ko-KR" dirty="0"/>
              <a:t>, </a:t>
            </a:r>
            <a:r>
              <a:rPr lang="ko-KR" altLang="en-US" dirty="0"/>
              <a:t>정상 해석 여부를 </a:t>
            </a:r>
            <a:r>
              <a:rPr lang="en-US" altLang="ko-KR" dirty="0"/>
              <a:t>FIFO</a:t>
            </a:r>
            <a:r>
              <a:rPr lang="ko-KR" altLang="en-US" dirty="0"/>
              <a:t>와 함께 검증</a:t>
            </a:r>
            <a:endParaRPr lang="en-US" altLang="ko-KR" dirty="0"/>
          </a:p>
          <a:p>
            <a:pPr marL="609600" lvl="1" indent="-342900"/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RX </a:t>
            </a:r>
            <a:r>
              <a:rPr lang="ko-KR" altLang="en-US" dirty="0"/>
              <a:t>신호의 데이터를 </a:t>
            </a:r>
            <a:r>
              <a:rPr lang="en-US" altLang="ko-KR" dirty="0"/>
              <a:t>S/W</a:t>
            </a:r>
            <a:r>
              <a:rPr lang="ko-KR" altLang="en-US" dirty="0"/>
              <a:t>로 구현된 </a:t>
            </a:r>
            <a:r>
              <a:rPr lang="en-US" altLang="ko-KR" dirty="0"/>
              <a:t>Queue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FIFO</a:t>
            </a:r>
            <a:r>
              <a:rPr lang="ko-KR" altLang="en-US" dirty="0"/>
              <a:t>에 </a:t>
            </a:r>
            <a:r>
              <a:rPr lang="en-US" altLang="ko-KR" dirty="0"/>
              <a:t>Pop </a:t>
            </a:r>
            <a:r>
              <a:rPr lang="ko-KR" altLang="en-US" dirty="0"/>
              <a:t>횟수를 지정하여 입력된 데이터가 출력되는지 확인</a:t>
            </a:r>
            <a:endParaRPr lang="en-US" altLang="ko-KR" dirty="0"/>
          </a:p>
          <a:p>
            <a:pPr marL="609600" lvl="1" indent="-342900"/>
            <a:r>
              <a:rPr lang="en-US" altLang="ko-KR" dirty="0"/>
              <a:t>FIFO </a:t>
            </a:r>
            <a:r>
              <a:rPr lang="ko-KR" altLang="en-US" dirty="0"/>
              <a:t>정상 동작 여부를 </a:t>
            </a:r>
            <a:r>
              <a:rPr lang="en-US" altLang="ko-KR" dirty="0"/>
              <a:t>UART RX </a:t>
            </a:r>
            <a:r>
              <a:rPr lang="ko-KR" altLang="en-US" dirty="0"/>
              <a:t>부분과 연결하여 검증</a:t>
            </a:r>
            <a:endParaRPr lang="en-US" altLang="ko-KR" dirty="0"/>
          </a:p>
          <a:p>
            <a:pPr marL="609600" lvl="1" indent="-342900"/>
            <a:r>
              <a:rPr lang="en-US" altLang="ko-KR" dirty="0"/>
              <a:t>UART RX</a:t>
            </a:r>
            <a:r>
              <a:rPr lang="ko-KR" altLang="en-US" dirty="0"/>
              <a:t>에서 </a:t>
            </a:r>
            <a:r>
              <a:rPr lang="en-US" altLang="ko-KR" dirty="0"/>
              <a:t>Queue</a:t>
            </a:r>
            <a:r>
              <a:rPr lang="ko-KR" altLang="en-US" dirty="0"/>
              <a:t>에 저장된 데이터와 </a:t>
            </a:r>
            <a:r>
              <a:rPr lang="en-US" altLang="ko-KR" dirty="0"/>
              <a:t>Pop</a:t>
            </a:r>
            <a:r>
              <a:rPr lang="ko-KR" altLang="en-US" dirty="0"/>
              <a:t>으로 발생하는 데이터를 비교</a:t>
            </a:r>
            <a:endParaRPr lang="en-US" altLang="ko-KR" dirty="0"/>
          </a:p>
          <a:p>
            <a:pPr marL="609600" lvl="1" indent="-342900"/>
            <a:r>
              <a:rPr lang="ko-KR" altLang="en-US" dirty="0"/>
              <a:t>입력된 데이터 수와 </a:t>
            </a:r>
            <a:r>
              <a:rPr lang="en-US" altLang="ko-KR" dirty="0"/>
              <a:t>Pop </a:t>
            </a:r>
            <a:r>
              <a:rPr lang="ko-KR" altLang="en-US" dirty="0"/>
              <a:t>횟수에 따라 </a:t>
            </a:r>
            <a:r>
              <a:rPr lang="en-US" altLang="ko-KR" dirty="0"/>
              <a:t>Empty </a:t>
            </a:r>
            <a:r>
              <a:rPr lang="ko-KR" altLang="en-US" dirty="0"/>
              <a:t>여부 판단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Byte </a:t>
            </a:r>
            <a:r>
              <a:rPr lang="ko-KR" altLang="en-US" dirty="0"/>
              <a:t>단위의 특정 값이 </a:t>
            </a:r>
            <a:r>
              <a:rPr lang="en-US" altLang="ko-KR" dirty="0"/>
              <a:t>UART TX</a:t>
            </a:r>
            <a:r>
              <a:rPr lang="ko-KR" altLang="en-US" dirty="0"/>
              <a:t>로 변환되어</a:t>
            </a:r>
            <a:r>
              <a:rPr lang="en-US" altLang="ko-KR" dirty="0"/>
              <a:t> </a:t>
            </a:r>
            <a:r>
              <a:rPr lang="ko-KR" altLang="en-US" dirty="0"/>
              <a:t>전달되는지 확인</a:t>
            </a:r>
            <a:endParaRPr lang="en-US" altLang="ko-KR" dirty="0"/>
          </a:p>
          <a:p>
            <a:pPr marL="609600" lvl="1" indent="-342900"/>
            <a:r>
              <a:rPr lang="ko-KR" altLang="en-US" dirty="0"/>
              <a:t>데이터 전달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UART Frame</a:t>
            </a:r>
            <a:r>
              <a:rPr lang="ko-KR" altLang="en-US" dirty="0"/>
              <a:t>을 </a:t>
            </a:r>
            <a:r>
              <a:rPr lang="en-US" altLang="ko-KR" dirty="0"/>
              <a:t>S/W</a:t>
            </a:r>
            <a:r>
              <a:rPr lang="ko-KR" altLang="en-US" dirty="0"/>
              <a:t>로 생성</a:t>
            </a:r>
            <a:r>
              <a:rPr lang="en-US" altLang="ko-KR" dirty="0"/>
              <a:t> </a:t>
            </a:r>
            <a:r>
              <a:rPr lang="ko-KR" altLang="en-US" dirty="0"/>
              <a:t>및 비교</a:t>
            </a:r>
            <a:endParaRPr lang="en-US" altLang="ko-KR" dirty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ko-KR" altLang="en-US" dirty="0">
                <a:solidFill>
                  <a:srgbClr val="C00000"/>
                </a:solidFill>
              </a:rPr>
              <a:t>위 검증 시나리오가 발생하는 개별적인 경우와 동시에 일어나는 경우 모두를 검증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06E4D28-F538-B7C2-B1BA-25A70A145C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37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623D-E6A9-1C8D-1BFC-9154E9A0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DBA7A-18A5-5185-B3D7-367AA78A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Simulator and Checker Block Diagram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62C00-91D2-ACF7-3705-97D20C86E7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C0F8F12A-88D2-9E9A-5C29-867843B1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717273"/>
            <a:ext cx="9791700" cy="50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6A9442-915E-3DEB-579B-A1815578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Message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E20A617-16D9-9CAE-9CA6-68F1B7549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RX/TX </a:t>
            </a:r>
            <a:r>
              <a:rPr lang="ko-KR" altLang="en-US" dirty="0"/>
              <a:t>신호를 전송하고 </a:t>
            </a:r>
            <a:r>
              <a:rPr lang="en-US" altLang="ko-KR" dirty="0"/>
              <a:t>FIFO</a:t>
            </a:r>
            <a:r>
              <a:rPr lang="ko-KR" altLang="en-US" dirty="0"/>
              <a:t>의 </a:t>
            </a:r>
            <a:r>
              <a:rPr lang="en-US" altLang="ko-KR" dirty="0"/>
              <a:t>PUSH/POP </a:t>
            </a:r>
            <a:r>
              <a:rPr lang="ko-KR" altLang="en-US" dirty="0"/>
              <a:t>제어하기 위한 구조</a:t>
            </a:r>
            <a:endParaRPr lang="en-US" altLang="ko-KR" dirty="0"/>
          </a:p>
          <a:p>
            <a:pPr lvl="1"/>
            <a:r>
              <a:rPr lang="ko-KR" altLang="en-US" dirty="0"/>
              <a:t>명령 구조는 전송 여부와 전송 데이터</a:t>
            </a:r>
            <a:r>
              <a:rPr lang="en-US" altLang="ko-KR" dirty="0"/>
              <a:t>/</a:t>
            </a:r>
            <a:r>
              <a:rPr lang="ko-KR" altLang="en-US" dirty="0"/>
              <a:t>횟수를 담음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UART RX </a:t>
            </a:r>
            <a:r>
              <a:rPr lang="ko-KR" altLang="en-US" dirty="0"/>
              <a:t>데이터 수신</a:t>
            </a:r>
            <a:endParaRPr lang="en-US" altLang="ko-KR" dirty="0"/>
          </a:p>
          <a:p>
            <a:pPr lvl="2"/>
            <a:r>
              <a:rPr lang="ko-KR" altLang="en-US" b="1" dirty="0"/>
              <a:t>전송 여부</a:t>
            </a:r>
            <a:r>
              <a:rPr lang="en-US" altLang="ko-KR" dirty="0"/>
              <a:t>: UART</a:t>
            </a:r>
            <a:r>
              <a:rPr lang="ko-KR" altLang="en-US" dirty="0"/>
              <a:t> </a:t>
            </a:r>
            <a:r>
              <a:rPr lang="en-US" altLang="ko-KR" dirty="0"/>
              <a:t>Frame</a:t>
            </a:r>
            <a:r>
              <a:rPr lang="ko-KR" altLang="en-US" dirty="0"/>
              <a:t>을 생성하고 </a:t>
            </a:r>
            <a:r>
              <a:rPr lang="en-US" altLang="ko-KR" dirty="0"/>
              <a:t>RX</a:t>
            </a:r>
            <a:r>
              <a:rPr lang="ko-KR" altLang="en-US" dirty="0"/>
              <a:t>로 전달할 것인지 결정</a:t>
            </a:r>
            <a:endParaRPr lang="en-US" altLang="ko-KR" dirty="0"/>
          </a:p>
          <a:p>
            <a:pPr lvl="2"/>
            <a:r>
              <a:rPr lang="ko-KR" altLang="en-US" b="1" dirty="0"/>
              <a:t>전송 데이터</a:t>
            </a:r>
            <a:r>
              <a:rPr lang="en-US" altLang="ko-KR" dirty="0"/>
              <a:t>: RX</a:t>
            </a:r>
            <a:r>
              <a:rPr lang="ko-KR" altLang="en-US" dirty="0"/>
              <a:t>로 전달될 데이터</a:t>
            </a:r>
            <a:endParaRPr lang="en-US" altLang="ko-KR" dirty="0"/>
          </a:p>
          <a:p>
            <a:pPr lvl="1"/>
            <a:r>
              <a:rPr lang="en-US" altLang="ko-KR" dirty="0"/>
              <a:t>RX FIFO</a:t>
            </a:r>
            <a:r>
              <a:rPr lang="ko-KR" altLang="en-US" dirty="0"/>
              <a:t> 데이터 저장 확인</a:t>
            </a:r>
            <a:endParaRPr lang="en-US" altLang="ko-KR" dirty="0"/>
          </a:p>
          <a:p>
            <a:pPr lvl="2"/>
            <a:r>
              <a:rPr lang="ko-KR" altLang="en-US" b="1" dirty="0"/>
              <a:t>동작 여부</a:t>
            </a:r>
            <a:r>
              <a:rPr lang="en-US" altLang="ko-KR" dirty="0"/>
              <a:t>: FIFO</a:t>
            </a:r>
            <a:r>
              <a:rPr lang="ko-KR" altLang="en-US" dirty="0"/>
              <a:t>의 </a:t>
            </a:r>
            <a:r>
              <a:rPr lang="en-US" altLang="ko-KR" dirty="0"/>
              <a:t>Pop</a:t>
            </a:r>
            <a:r>
              <a:rPr lang="ko-KR" altLang="en-US" dirty="0"/>
              <a:t>을 진행할 것인지 결정</a:t>
            </a:r>
            <a:endParaRPr lang="en-US" altLang="ko-KR" dirty="0"/>
          </a:p>
          <a:p>
            <a:pPr lvl="2"/>
            <a:r>
              <a:rPr lang="ko-KR" altLang="en-US" b="1" dirty="0"/>
              <a:t>동작 횟수</a:t>
            </a:r>
            <a:r>
              <a:rPr lang="en-US" altLang="ko-KR" dirty="0"/>
              <a:t>: FIFO</a:t>
            </a:r>
            <a:r>
              <a:rPr lang="ko-KR" altLang="en-US" dirty="0"/>
              <a:t>의 </a:t>
            </a:r>
            <a:r>
              <a:rPr lang="en-US" altLang="ko-KR" dirty="0"/>
              <a:t>Pop </a:t>
            </a:r>
            <a:r>
              <a:rPr lang="ko-KR" altLang="en-US" dirty="0"/>
              <a:t>횟수</a:t>
            </a:r>
            <a:endParaRPr lang="en-US" altLang="ko-KR" dirty="0"/>
          </a:p>
          <a:p>
            <a:pPr lvl="1"/>
            <a:r>
              <a:rPr lang="en-US" altLang="ko-KR" dirty="0"/>
              <a:t>UART TX </a:t>
            </a:r>
            <a:r>
              <a:rPr lang="ko-KR" altLang="en-US" dirty="0"/>
              <a:t>데이터 송신</a:t>
            </a:r>
            <a:endParaRPr lang="en-US" altLang="ko-KR" dirty="0"/>
          </a:p>
          <a:p>
            <a:pPr lvl="2"/>
            <a:r>
              <a:rPr lang="ko-KR" altLang="en-US" b="1" dirty="0"/>
              <a:t>동작 여부</a:t>
            </a:r>
            <a:r>
              <a:rPr lang="en-US" altLang="ko-KR" dirty="0"/>
              <a:t>: TX</a:t>
            </a:r>
            <a:r>
              <a:rPr lang="ko-KR" altLang="en-US" dirty="0"/>
              <a:t>로 전송 명령을 전달하고 생성된 </a:t>
            </a:r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Frame</a:t>
            </a:r>
            <a:r>
              <a:rPr lang="ko-KR" altLang="en-US" dirty="0"/>
              <a:t>을 확인할 것인지 결정</a:t>
            </a:r>
            <a:endParaRPr lang="en-US" altLang="ko-KR" dirty="0"/>
          </a:p>
          <a:p>
            <a:pPr lvl="2"/>
            <a:r>
              <a:rPr lang="ko-KR" altLang="en-US" b="1" dirty="0"/>
              <a:t>전송 데이터</a:t>
            </a:r>
            <a:r>
              <a:rPr lang="en-US" altLang="ko-KR" dirty="0"/>
              <a:t>: TX</a:t>
            </a:r>
            <a:r>
              <a:rPr lang="ko-KR" altLang="en-US" dirty="0"/>
              <a:t>로 전달할 데이터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6A20F33-9A8D-B1DE-798D-67E5FBD9E9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53EC32-006B-5412-6A6B-A85C2706D767}"/>
              </a:ext>
            </a:extLst>
          </p:cNvPr>
          <p:cNvSpPr/>
          <p:nvPr/>
        </p:nvSpPr>
        <p:spPr>
          <a:xfrm>
            <a:off x="8981400" y="2329528"/>
            <a:ext cx="2651800" cy="1913066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trans_genBroadcast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명령 생성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[RX]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rx_valid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전송 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rx_transfer_data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송신할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ASCII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[RX FIFO]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rxfifo_get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: FIFO pop </a:t>
            </a:r>
            <a:r>
              <a:rPr lang="ko-KR" altLang="en-US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rxfifo_get_time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s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pop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횟수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[TX]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tx_valid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전송 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tx_input_data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전송할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ASCII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</a:t>
            </a:r>
          </a:p>
        </p:txBody>
      </p:sp>
    </p:spTree>
    <p:extLst>
      <p:ext uri="{BB962C8B-B14F-4D97-AF65-F5344CB8AC3E}">
        <p14:creationId xmlns:p14="http://schemas.microsoft.com/office/powerpoint/2010/main" val="45975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7AA3-3CE0-F28C-348E-5F249501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65437-9F3F-20DF-0440-2A0733EE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and Signal Flow Diagram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AE65A-AEC4-E6C2-C7AF-B767A2D81B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Contents01. UART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</a:t>
            </a:r>
            <a:r>
              <a:rPr lang="en-US" altLang="ko-KR" dirty="0"/>
              <a:t>INTRODUCE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F5CC8D64-88CE-B841-AED7-8C33722F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80" y="1789968"/>
            <a:ext cx="9646639" cy="493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4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FB644E8-D061-F327-C389-EEA5AAB43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Simulator Implementation (1/2)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1617A4D-D237-2D4A-3061-24E17A964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명령 전달 및 단일 사이클에 전송되지 않는 </a:t>
            </a:r>
            <a:r>
              <a:rPr lang="en-US" altLang="ko-KR" dirty="0"/>
              <a:t>UART </a:t>
            </a:r>
            <a:r>
              <a:rPr lang="ko-KR" altLang="en-US" dirty="0"/>
              <a:t>신호를 전달하기 위한 </a:t>
            </a:r>
            <a:r>
              <a:rPr lang="en-US" altLang="ko-KR" dirty="0"/>
              <a:t>Driver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/>
            <a:r>
              <a:rPr lang="ko-KR" altLang="en-US" dirty="0"/>
              <a:t>명령을 바탕으로 </a:t>
            </a:r>
            <a:r>
              <a:rPr lang="en-US" altLang="ko-KR" dirty="0"/>
              <a:t>UART RX</a:t>
            </a:r>
            <a:r>
              <a:rPr lang="ko-KR" altLang="en-US" dirty="0"/>
              <a:t> </a:t>
            </a:r>
            <a:r>
              <a:rPr lang="en-US" altLang="ko-KR" dirty="0"/>
              <a:t>Frame</a:t>
            </a:r>
            <a:r>
              <a:rPr lang="ko-KR" altLang="en-US" dirty="0"/>
              <a:t>을 생성하고 </a:t>
            </a:r>
            <a:r>
              <a:rPr lang="en-US" altLang="ko-KR" dirty="0"/>
              <a:t>Baud rate</a:t>
            </a:r>
            <a:r>
              <a:rPr lang="ko-KR" altLang="en-US" dirty="0"/>
              <a:t>에 맞춰 전달</a:t>
            </a:r>
            <a:endParaRPr lang="en-US" altLang="ko-KR" dirty="0"/>
          </a:p>
          <a:p>
            <a:pPr lvl="2"/>
            <a:r>
              <a:rPr lang="en-US" altLang="ko-KR" dirty="0" err="1"/>
              <a:t>create_rx_frame_stream</a:t>
            </a:r>
            <a:r>
              <a:rPr lang="en-US" altLang="ko-KR" dirty="0"/>
              <a:t> task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설정된 횟수에 따라 </a:t>
            </a:r>
            <a:r>
              <a:rPr lang="en-US" altLang="ko-KR" dirty="0"/>
              <a:t>FIFO Pop</a:t>
            </a:r>
            <a:r>
              <a:rPr lang="ko-KR" altLang="en-US" dirty="0"/>
              <a:t> 명령을 </a:t>
            </a:r>
            <a:r>
              <a:rPr lang="en-US" altLang="ko-KR" dirty="0"/>
              <a:t>Tick</a:t>
            </a:r>
            <a:r>
              <a:rPr lang="ko-KR" altLang="en-US" dirty="0"/>
              <a:t>으로 전달</a:t>
            </a:r>
            <a:endParaRPr lang="en-US" altLang="ko-KR" dirty="0"/>
          </a:p>
          <a:p>
            <a:pPr lvl="2"/>
            <a:r>
              <a:rPr lang="en-US" altLang="ko-KR" dirty="0" err="1"/>
              <a:t>create_rxfifo_instruction</a:t>
            </a:r>
            <a:r>
              <a:rPr lang="en-US" altLang="ko-KR" dirty="0"/>
              <a:t> task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UART TX </a:t>
            </a:r>
            <a:r>
              <a:rPr lang="ko-KR" altLang="en-US" dirty="0"/>
              <a:t>명령을 </a:t>
            </a:r>
            <a:r>
              <a:rPr lang="en-US" altLang="ko-KR" dirty="0"/>
              <a:t>Tick</a:t>
            </a:r>
            <a:r>
              <a:rPr lang="ko-KR" altLang="en-US" dirty="0"/>
              <a:t>으로 전달</a:t>
            </a:r>
            <a:endParaRPr lang="en-US" altLang="ko-KR" dirty="0"/>
          </a:p>
          <a:p>
            <a:pPr lvl="2"/>
            <a:r>
              <a:rPr lang="en-US" altLang="ko-KR" dirty="0" err="1"/>
              <a:t>create_tx_instruction</a:t>
            </a:r>
            <a:r>
              <a:rPr lang="en-US" altLang="ko-KR" dirty="0"/>
              <a:t> task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0341FFC-E4EA-6420-1787-4486AE75A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ED8D76-1DA9-DE8B-0F8B-CA495E94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553" y="2486348"/>
            <a:ext cx="4041352" cy="3473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77057E-8A3D-AD42-C3E2-1E1B51C57E5F}"/>
              </a:ext>
            </a:extLst>
          </p:cNvPr>
          <p:cNvSpPr txBox="1"/>
          <p:nvPr/>
        </p:nvSpPr>
        <p:spPr>
          <a:xfrm>
            <a:off x="8698070" y="5959475"/>
            <a:ext cx="2338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Driver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내의 </a:t>
            </a:r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UART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및 </a:t>
            </a:r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/>
            </a:r>
            <a:b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</a:br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FIFO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제어 신호 </a:t>
            </a:r>
            <a:r>
              <a:rPr lang="ko-KR" altLang="en-US" sz="1400" dirty="0" err="1">
                <a:latin typeface="감탄로드돋움체 Bold TTF" pitchFamily="2" charset="-127"/>
                <a:ea typeface="감탄로드돋움체 Bold TTF" pitchFamily="2" charset="-127"/>
              </a:rPr>
              <a:t>생성기</a:t>
            </a:r>
            <a:endParaRPr lang="en-US" altLang="ko-KR" sz="1400" dirty="0"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A43B31-E103-EE7A-0102-49BDE7601BD3}"/>
              </a:ext>
            </a:extLst>
          </p:cNvPr>
          <p:cNvSpPr/>
          <p:nvPr/>
        </p:nvSpPr>
        <p:spPr>
          <a:xfrm>
            <a:off x="5075827" y="4746133"/>
            <a:ext cx="2651800" cy="1913066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trans_genBroadcast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명령 생성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[RX]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rx_valid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전송 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rx_transfer_data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송신할 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ASCII 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</a:t>
            </a:r>
            <a:endParaRPr kumimoji="0" lang="en-US" altLang="ko-KR" sz="1000" b="0" i="0" u="sng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[RX FIFO]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rxfifo_get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: FIFO pop </a:t>
            </a:r>
            <a:r>
              <a:rPr lang="ko-KR" altLang="en-US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rxfifo_get_time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s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pop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횟수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[TX]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tx_valid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전송 여부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tx_input_data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전송할 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ASCII 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573777B7-1802-7B09-A94F-B78C02613F1D}"/>
              </a:ext>
            </a:extLst>
          </p:cNvPr>
          <p:cNvCxnSpPr>
            <a:cxnSpLocks/>
          </p:cNvCxnSpPr>
          <p:nvPr/>
        </p:nvCxnSpPr>
        <p:spPr>
          <a:xfrm flipV="1">
            <a:off x="7369444" y="5446524"/>
            <a:ext cx="1890793" cy="97639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4D9CF107-40EE-83BE-35E3-9E9471666AD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13724" y="3191524"/>
            <a:ext cx="2712203" cy="1952783"/>
          </a:xfrm>
          <a:prstGeom prst="bentConnector3">
            <a:avLst>
              <a:gd name="adj1" fmla="val 78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D4D4B7-A27B-F615-BFD4-A49E8439E13C}"/>
              </a:ext>
            </a:extLst>
          </p:cNvPr>
          <p:cNvSpPr/>
          <p:nvPr/>
        </p:nvSpPr>
        <p:spPr>
          <a:xfrm>
            <a:off x="7846553" y="2495873"/>
            <a:ext cx="4041352" cy="11903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4115953-0355-D49B-085F-DB8F373B69DB}"/>
              </a:ext>
            </a:extLst>
          </p:cNvPr>
          <p:cNvSpPr/>
          <p:nvPr/>
        </p:nvSpPr>
        <p:spPr>
          <a:xfrm>
            <a:off x="7846553" y="3811586"/>
            <a:ext cx="4041352" cy="9891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9C3AEB1-E6DB-9773-6842-278BC245539C}"/>
              </a:ext>
            </a:extLst>
          </p:cNvPr>
          <p:cNvSpPr/>
          <p:nvPr/>
        </p:nvSpPr>
        <p:spPr>
          <a:xfrm>
            <a:off x="7846553" y="4901693"/>
            <a:ext cx="4041352" cy="9891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ED47-3112-B33D-A29C-A7D98CAE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C1A17A8-128A-B114-4A63-4792A2EA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Simulator Implementation (2/2)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90DC6D7-EE5A-E1C3-1565-B5212933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수신 및 단일 사이클에 수신되지 않는 </a:t>
            </a:r>
            <a:r>
              <a:rPr lang="en-US" altLang="ko-KR" dirty="0"/>
              <a:t>UART </a:t>
            </a:r>
            <a:r>
              <a:rPr lang="ko-KR" altLang="en-US" dirty="0"/>
              <a:t>신호를 수신하기 위한 </a:t>
            </a:r>
            <a:r>
              <a:rPr lang="en-US" altLang="ko-KR" dirty="0"/>
              <a:t>Monitor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/>
            <a:r>
              <a:rPr lang="en-US" altLang="ko-KR" dirty="0"/>
              <a:t>RX FIFO</a:t>
            </a:r>
            <a:r>
              <a:rPr lang="ko-KR" altLang="en-US" dirty="0"/>
              <a:t>에서 전달된 데이터를 입력 받아 버퍼에 저장</a:t>
            </a:r>
            <a:endParaRPr lang="en-US" altLang="ko-KR" dirty="0"/>
          </a:p>
          <a:p>
            <a:pPr lvl="2"/>
            <a:r>
              <a:rPr lang="en-US" altLang="ko-KR" dirty="0" err="1"/>
              <a:t>receiver_rxfifo_data</a:t>
            </a:r>
            <a:r>
              <a:rPr lang="en-US" altLang="ko-KR" dirty="0"/>
              <a:t> task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Baud rate</a:t>
            </a:r>
            <a:r>
              <a:rPr lang="ko-KR" altLang="en-US" dirty="0"/>
              <a:t>에 맞춰 </a:t>
            </a:r>
            <a:r>
              <a:rPr lang="en-US" altLang="ko-KR" dirty="0"/>
              <a:t>UART TX Frame</a:t>
            </a:r>
            <a:r>
              <a:rPr lang="ko-KR" altLang="en-US" dirty="0"/>
              <a:t>에서 </a:t>
            </a:r>
            <a:r>
              <a:rPr lang="en-US" altLang="ko-KR" dirty="0"/>
              <a:t>Bit </a:t>
            </a:r>
            <a:r>
              <a:rPr lang="ko-KR" altLang="en-US" dirty="0"/>
              <a:t>수신</a:t>
            </a:r>
            <a:endParaRPr lang="en-US" altLang="ko-KR" dirty="0"/>
          </a:p>
          <a:p>
            <a:pPr lvl="2"/>
            <a:r>
              <a:rPr lang="en-US" altLang="ko-KR" dirty="0" err="1"/>
              <a:t>Receiver_tx_frame_stream</a:t>
            </a:r>
            <a:r>
              <a:rPr lang="en-US" altLang="ko-KR" dirty="0"/>
              <a:t> task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D561615-ABDD-CF86-2C1F-BDBB745C56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C9806-E7DD-563C-7DFE-C17A64D4E61F}"/>
              </a:ext>
            </a:extLst>
          </p:cNvPr>
          <p:cNvSpPr txBox="1"/>
          <p:nvPr/>
        </p:nvSpPr>
        <p:spPr>
          <a:xfrm>
            <a:off x="8175473" y="5902980"/>
            <a:ext cx="2964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Monitor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내의 </a:t>
            </a:r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UART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및 </a:t>
            </a:r>
            <a:endParaRPr lang="en-US" altLang="ko-KR" sz="1400" dirty="0">
              <a:latin typeface="감탄로드돋움체 Bold TTF" pitchFamily="2" charset="-127"/>
              <a:ea typeface="감탄로드돋움체 Bold TTF" pitchFamily="2" charset="-127"/>
            </a:endParaRPr>
          </a:p>
          <a:p>
            <a:pPr algn="ctr"/>
            <a:r>
              <a:rPr lang="en-US" altLang="ko-KR" sz="1400" dirty="0">
                <a:latin typeface="감탄로드돋움체 Bold TTF" pitchFamily="2" charset="-127"/>
                <a:ea typeface="감탄로드돋움체 Bold TTF" pitchFamily="2" charset="-127"/>
              </a:rPr>
              <a:t>FIFO </a:t>
            </a:r>
            <a:r>
              <a:rPr lang="ko-KR" altLang="en-US" sz="1400" dirty="0">
                <a:latin typeface="감탄로드돋움체 Bold TTF" pitchFamily="2" charset="-127"/>
                <a:ea typeface="감탄로드돋움체 Bold TTF" pitchFamily="2" charset="-127"/>
              </a:rPr>
              <a:t>신호 감지기</a:t>
            </a:r>
            <a:endParaRPr lang="en-US" altLang="ko-KR" sz="1400" dirty="0"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36B41-43DD-2255-18F3-9BB557C2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179" y="2598434"/>
            <a:ext cx="4396997" cy="33036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8905FC-A750-1221-41A8-F48D62E0096D}"/>
              </a:ext>
            </a:extLst>
          </p:cNvPr>
          <p:cNvSpPr/>
          <p:nvPr/>
        </p:nvSpPr>
        <p:spPr>
          <a:xfrm>
            <a:off x="7459179" y="3059961"/>
            <a:ext cx="3680701" cy="157927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4220AE-FF7F-7D4D-2A62-076D4A8167E6}"/>
              </a:ext>
            </a:extLst>
          </p:cNvPr>
          <p:cNvSpPr/>
          <p:nvPr/>
        </p:nvSpPr>
        <p:spPr>
          <a:xfrm>
            <a:off x="7458861" y="4748067"/>
            <a:ext cx="4396996" cy="11540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17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9FA9-61C6-2272-7C36-8FDAADD5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90C4A-452C-E76C-BE7E-BC166087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Driving Timing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9AF6D-B219-288D-27B3-CC74357A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주입은 클럭의 </a:t>
            </a:r>
            <a:r>
              <a:rPr lang="en-US" altLang="ko-KR" dirty="0"/>
              <a:t>Rising Edge</a:t>
            </a:r>
            <a:r>
              <a:rPr lang="ko-KR" altLang="en-US" dirty="0"/>
              <a:t> 부분에서 진행</a:t>
            </a:r>
            <a:endParaRPr lang="en-US" altLang="ko-KR" dirty="0"/>
          </a:p>
          <a:p>
            <a:pPr lvl="1"/>
            <a:r>
              <a:rPr lang="en-US" altLang="ko-KR" dirty="0"/>
              <a:t>Rising Edge</a:t>
            </a:r>
            <a:r>
              <a:rPr lang="ko-KR" altLang="en-US" dirty="0"/>
              <a:t> 후 약간의 딜레이</a:t>
            </a:r>
            <a:r>
              <a:rPr lang="en-US" altLang="ko-KR" dirty="0"/>
              <a:t>(1 ns)</a:t>
            </a:r>
            <a:r>
              <a:rPr lang="ko-KR" altLang="en-US" dirty="0"/>
              <a:t>에서 입력 데이터 주입</a:t>
            </a:r>
            <a:endParaRPr lang="en-US" altLang="ko-KR" dirty="0"/>
          </a:p>
          <a:p>
            <a:pPr lvl="2"/>
            <a:r>
              <a:rPr lang="en-US" altLang="ko-KR" dirty="0"/>
              <a:t>FIFO</a:t>
            </a:r>
            <a:r>
              <a:rPr lang="ko-KR" altLang="en-US" dirty="0"/>
              <a:t> 및 </a:t>
            </a:r>
            <a:r>
              <a:rPr lang="en-US" altLang="ko-KR" dirty="0"/>
              <a:t>UART TX </a:t>
            </a:r>
            <a:r>
              <a:rPr lang="ko-KR" altLang="en-US" dirty="0"/>
              <a:t>동작의 입력 신호 주입에서 사용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한 </a:t>
            </a:r>
            <a:r>
              <a:rPr lang="en-US" altLang="ko-KR" dirty="0">
                <a:solidFill>
                  <a:srgbClr val="C00000"/>
                </a:solidFill>
              </a:rPr>
              <a:t>Cycle</a:t>
            </a:r>
            <a:r>
              <a:rPr lang="ko-KR" altLang="en-US" dirty="0">
                <a:solidFill>
                  <a:srgbClr val="C00000"/>
                </a:solidFill>
              </a:rPr>
              <a:t>에서 데이터 주입</a:t>
            </a:r>
            <a:endParaRPr lang="en-US" altLang="ko-KR" dirty="0">
              <a:solidFill>
                <a:srgbClr val="C0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[</a:t>
            </a:r>
            <a:r>
              <a:rPr lang="ko-KR" altLang="en-US" b="1" dirty="0"/>
              <a:t>예외</a:t>
            </a:r>
            <a:r>
              <a:rPr lang="en-US" altLang="ko-KR" b="1" dirty="0"/>
              <a:t>]</a:t>
            </a:r>
            <a:r>
              <a:rPr lang="en-US" altLang="ko-KR" dirty="0"/>
              <a:t> UART RX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C00000"/>
                </a:solidFill>
              </a:rPr>
              <a:t>비 동기적인</a:t>
            </a:r>
            <a:r>
              <a:rPr lang="en-US" altLang="ko-KR" dirty="0">
                <a:solidFill>
                  <a:srgbClr val="C00000"/>
                </a:solidFill>
              </a:rPr>
              <a:t> UART</a:t>
            </a:r>
            <a:r>
              <a:rPr lang="ko-KR" altLang="en-US" dirty="0">
                <a:solidFill>
                  <a:srgbClr val="C00000"/>
                </a:solidFill>
              </a:rPr>
              <a:t>의 신호 전송의 묘사</a:t>
            </a:r>
            <a:r>
              <a:rPr lang="ko-KR" altLang="en-US" dirty="0"/>
              <a:t>를 위해 </a:t>
            </a:r>
            <a:r>
              <a:rPr lang="ko-KR" altLang="en-US" dirty="0" err="1"/>
              <a:t>보드레이트에</a:t>
            </a:r>
            <a:r>
              <a:rPr lang="ko-KR" altLang="en-US" dirty="0"/>
              <a:t> 맞춘 시간 딜레이 사용</a:t>
            </a:r>
            <a:endParaRPr lang="en-US" altLang="ko-KR" dirty="0"/>
          </a:p>
          <a:p>
            <a:pPr lvl="2"/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RX </a:t>
            </a:r>
            <a:r>
              <a:rPr lang="ko-KR" altLang="en-US" dirty="0"/>
              <a:t>동작의 입력 신호 주입에서 사용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0D2C8-79F7-DA14-1D85-C4DF866837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  <p:pic>
        <p:nvPicPr>
          <p:cNvPr id="6" name="그림 5" descr="스크린샷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FE3C83-56A7-0F78-F2B3-CF7072F8A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09"/>
          <a:stretch>
            <a:fillRect/>
          </a:stretch>
        </p:blipFill>
        <p:spPr>
          <a:xfrm>
            <a:off x="2613142" y="3064364"/>
            <a:ext cx="6580708" cy="12476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7D09F7-682C-BA56-01EE-989141566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51" y="5813172"/>
            <a:ext cx="8389297" cy="547128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EFE4127-A8E3-A4A9-6ACB-CA65D62A05B8}"/>
              </a:ext>
            </a:extLst>
          </p:cNvPr>
          <p:cNvCxnSpPr/>
          <p:nvPr/>
        </p:nvCxnSpPr>
        <p:spPr>
          <a:xfrm>
            <a:off x="4565126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84E4F8C-BDA5-049A-29E1-26A812F2F32E}"/>
              </a:ext>
            </a:extLst>
          </p:cNvPr>
          <p:cNvCxnSpPr/>
          <p:nvPr/>
        </p:nvCxnSpPr>
        <p:spPr>
          <a:xfrm>
            <a:off x="4977637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DD2A675-6D50-AD82-C06A-217D75717BF3}"/>
              </a:ext>
            </a:extLst>
          </p:cNvPr>
          <p:cNvCxnSpPr/>
          <p:nvPr/>
        </p:nvCxnSpPr>
        <p:spPr>
          <a:xfrm>
            <a:off x="3753854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BAC92B8-1543-1527-0A15-A2D8F8310E46}"/>
              </a:ext>
            </a:extLst>
          </p:cNvPr>
          <p:cNvCxnSpPr/>
          <p:nvPr/>
        </p:nvCxnSpPr>
        <p:spPr>
          <a:xfrm>
            <a:off x="4166365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CC011FB-092A-8969-FCC0-3951C4086880}"/>
              </a:ext>
            </a:extLst>
          </p:cNvPr>
          <p:cNvCxnSpPr/>
          <p:nvPr/>
        </p:nvCxnSpPr>
        <p:spPr>
          <a:xfrm>
            <a:off x="6208296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1263A41-2B82-F0FF-CA0F-29BC994C0611}"/>
              </a:ext>
            </a:extLst>
          </p:cNvPr>
          <p:cNvCxnSpPr/>
          <p:nvPr/>
        </p:nvCxnSpPr>
        <p:spPr>
          <a:xfrm>
            <a:off x="6620807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9EBC13C-3185-BCEA-D65E-0BDA1A9F23F4}"/>
              </a:ext>
            </a:extLst>
          </p:cNvPr>
          <p:cNvCxnSpPr/>
          <p:nvPr/>
        </p:nvCxnSpPr>
        <p:spPr>
          <a:xfrm>
            <a:off x="5397024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56845E2-CE67-A659-FE11-C3892A16D50E}"/>
              </a:ext>
            </a:extLst>
          </p:cNvPr>
          <p:cNvCxnSpPr/>
          <p:nvPr/>
        </p:nvCxnSpPr>
        <p:spPr>
          <a:xfrm>
            <a:off x="5809535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667012A-F3AF-224E-BE3B-E2035FE985C1}"/>
              </a:ext>
            </a:extLst>
          </p:cNvPr>
          <p:cNvCxnSpPr/>
          <p:nvPr/>
        </p:nvCxnSpPr>
        <p:spPr>
          <a:xfrm>
            <a:off x="7851466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EE325D-B36B-EC8A-3917-6B2DC6B2C232}"/>
              </a:ext>
            </a:extLst>
          </p:cNvPr>
          <p:cNvCxnSpPr/>
          <p:nvPr/>
        </p:nvCxnSpPr>
        <p:spPr>
          <a:xfrm>
            <a:off x="8263977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FC937C-673A-23BC-3BDC-EDA1BB86F1BA}"/>
              </a:ext>
            </a:extLst>
          </p:cNvPr>
          <p:cNvCxnSpPr/>
          <p:nvPr/>
        </p:nvCxnSpPr>
        <p:spPr>
          <a:xfrm>
            <a:off x="7040194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AE7C5E6-E5C1-BF47-B068-9E98D2FF9C5D}"/>
              </a:ext>
            </a:extLst>
          </p:cNvPr>
          <p:cNvCxnSpPr/>
          <p:nvPr/>
        </p:nvCxnSpPr>
        <p:spPr>
          <a:xfrm>
            <a:off x="7452705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8A783D1-F9BE-95DF-6816-21C3E1499724}"/>
              </a:ext>
            </a:extLst>
          </p:cNvPr>
          <p:cNvCxnSpPr/>
          <p:nvPr/>
        </p:nvCxnSpPr>
        <p:spPr>
          <a:xfrm>
            <a:off x="8697113" y="2886219"/>
            <a:ext cx="0" cy="154235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802A904-455C-6963-A964-6024F84706B5}"/>
              </a:ext>
            </a:extLst>
          </p:cNvPr>
          <p:cNvSpPr txBox="1"/>
          <p:nvPr/>
        </p:nvSpPr>
        <p:spPr>
          <a:xfrm>
            <a:off x="4747706" y="4523920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Driving Timing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E765D6-B81E-858E-BCC9-306D44239C83}"/>
              </a:ext>
            </a:extLst>
          </p:cNvPr>
          <p:cNvSpPr txBox="1"/>
          <p:nvPr/>
        </p:nvSpPr>
        <p:spPr>
          <a:xfrm>
            <a:off x="4661988" y="6444903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Driving Timing 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81A318F-6C17-4CFB-23A8-9B7E251A28BC}"/>
              </a:ext>
            </a:extLst>
          </p:cNvPr>
          <p:cNvCxnSpPr>
            <a:cxnSpLocks/>
          </p:cNvCxnSpPr>
          <p:nvPr/>
        </p:nvCxnSpPr>
        <p:spPr>
          <a:xfrm>
            <a:off x="2574592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D1ED46-26E0-9605-C1DD-4A51739D7077}"/>
              </a:ext>
            </a:extLst>
          </p:cNvPr>
          <p:cNvCxnSpPr>
            <a:cxnSpLocks/>
          </p:cNvCxnSpPr>
          <p:nvPr/>
        </p:nvCxnSpPr>
        <p:spPr>
          <a:xfrm>
            <a:off x="3303361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E51779B-F3C0-B6F7-B3DB-85AE03852A89}"/>
              </a:ext>
            </a:extLst>
          </p:cNvPr>
          <p:cNvCxnSpPr>
            <a:cxnSpLocks/>
          </p:cNvCxnSpPr>
          <p:nvPr/>
        </p:nvCxnSpPr>
        <p:spPr>
          <a:xfrm>
            <a:off x="4030986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C9C1B4A-6DCE-45AE-167B-CB25DEDFCC98}"/>
              </a:ext>
            </a:extLst>
          </p:cNvPr>
          <p:cNvCxnSpPr>
            <a:cxnSpLocks/>
          </p:cNvCxnSpPr>
          <p:nvPr/>
        </p:nvCxnSpPr>
        <p:spPr>
          <a:xfrm>
            <a:off x="4759755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D9DFBA8-6095-EA92-2122-D92AA3CD3E20}"/>
              </a:ext>
            </a:extLst>
          </p:cNvPr>
          <p:cNvCxnSpPr>
            <a:cxnSpLocks/>
          </p:cNvCxnSpPr>
          <p:nvPr/>
        </p:nvCxnSpPr>
        <p:spPr>
          <a:xfrm>
            <a:off x="5489672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AAE54CF-DD36-65A5-D8FA-C303A56A4C64}"/>
              </a:ext>
            </a:extLst>
          </p:cNvPr>
          <p:cNvCxnSpPr>
            <a:cxnSpLocks/>
          </p:cNvCxnSpPr>
          <p:nvPr/>
        </p:nvCxnSpPr>
        <p:spPr>
          <a:xfrm>
            <a:off x="6218441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EFB7E5E-6054-9F6D-EBDE-C9D67520B312}"/>
              </a:ext>
            </a:extLst>
          </p:cNvPr>
          <p:cNvCxnSpPr>
            <a:cxnSpLocks/>
          </p:cNvCxnSpPr>
          <p:nvPr/>
        </p:nvCxnSpPr>
        <p:spPr>
          <a:xfrm>
            <a:off x="6946066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35537EF-4D80-3125-A922-A03E7AC1522C}"/>
              </a:ext>
            </a:extLst>
          </p:cNvPr>
          <p:cNvCxnSpPr>
            <a:cxnSpLocks/>
          </p:cNvCxnSpPr>
          <p:nvPr/>
        </p:nvCxnSpPr>
        <p:spPr>
          <a:xfrm>
            <a:off x="7674835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7315A8B-9164-60E4-23EB-CAFB734C3A8D}"/>
              </a:ext>
            </a:extLst>
          </p:cNvPr>
          <p:cNvCxnSpPr>
            <a:cxnSpLocks/>
          </p:cNvCxnSpPr>
          <p:nvPr/>
        </p:nvCxnSpPr>
        <p:spPr>
          <a:xfrm>
            <a:off x="8404751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5E9BF4-F26F-23C2-B1C6-6885F58214B9}"/>
              </a:ext>
            </a:extLst>
          </p:cNvPr>
          <p:cNvCxnSpPr>
            <a:cxnSpLocks/>
          </p:cNvCxnSpPr>
          <p:nvPr/>
        </p:nvCxnSpPr>
        <p:spPr>
          <a:xfrm>
            <a:off x="9132376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BDACEB6-947B-E6AC-6CE2-07E1BE21A0D7}"/>
              </a:ext>
            </a:extLst>
          </p:cNvPr>
          <p:cNvCxnSpPr>
            <a:cxnSpLocks/>
          </p:cNvCxnSpPr>
          <p:nvPr/>
        </p:nvCxnSpPr>
        <p:spPr>
          <a:xfrm>
            <a:off x="9861145" y="5728569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72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C7E65-32C2-F58C-B713-3E051398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Sampling Timing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5406A-A64B-B587-18B9-BF042EF61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출력 결과는 클럭의 </a:t>
            </a:r>
            <a:r>
              <a:rPr lang="en-US" altLang="ko-KR" dirty="0"/>
              <a:t>Falling Edge </a:t>
            </a:r>
            <a:r>
              <a:rPr lang="ko-KR" altLang="en-US" dirty="0"/>
              <a:t>부분에서 확인</a:t>
            </a:r>
            <a:endParaRPr lang="en-US" altLang="ko-KR" dirty="0"/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Falling Edge</a:t>
            </a:r>
            <a:r>
              <a:rPr lang="ko-KR" altLang="en-US" dirty="0"/>
              <a:t>에서 출력 확인</a:t>
            </a:r>
            <a:endParaRPr lang="en-US" altLang="ko-KR" dirty="0"/>
          </a:p>
          <a:p>
            <a:pPr lvl="2"/>
            <a:r>
              <a:rPr lang="en-US" altLang="ko-KR" dirty="0"/>
              <a:t>FIFO</a:t>
            </a:r>
            <a:r>
              <a:rPr lang="ko-KR" altLang="en-US" dirty="0"/>
              <a:t>  </a:t>
            </a:r>
            <a:r>
              <a:rPr lang="en-US" altLang="ko-KR" dirty="0"/>
              <a:t>Pop</a:t>
            </a:r>
            <a:r>
              <a:rPr lang="ko-KR" altLang="en-US" dirty="0"/>
              <a:t> 명령 이후에서 출력을 검증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 </a:t>
            </a:r>
            <a:r>
              <a:rPr lang="en-US" altLang="ko-KR" b="1" dirty="0"/>
              <a:t>[</a:t>
            </a:r>
            <a:r>
              <a:rPr lang="ko-KR" altLang="en-US" b="1" dirty="0"/>
              <a:t>예외</a:t>
            </a:r>
            <a:r>
              <a:rPr lang="en-US" altLang="ko-KR" b="1" dirty="0"/>
              <a:t>]</a:t>
            </a:r>
            <a:r>
              <a:rPr lang="en-US" altLang="ko-KR" dirty="0"/>
              <a:t> UART TX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C00000"/>
                </a:solidFill>
              </a:rPr>
              <a:t>비 동기적인</a:t>
            </a:r>
            <a:r>
              <a:rPr lang="en-US" altLang="ko-KR" dirty="0">
                <a:solidFill>
                  <a:srgbClr val="C00000"/>
                </a:solidFill>
              </a:rPr>
              <a:t> UART</a:t>
            </a:r>
            <a:r>
              <a:rPr lang="ko-KR" altLang="en-US" dirty="0">
                <a:solidFill>
                  <a:srgbClr val="C00000"/>
                </a:solidFill>
              </a:rPr>
              <a:t>의 신호 전송의 </a:t>
            </a:r>
            <a:r>
              <a:rPr lang="ko-KR" altLang="en-US" dirty="0" err="1">
                <a:solidFill>
                  <a:srgbClr val="C00000"/>
                </a:solidFill>
              </a:rPr>
              <a:t>수신</a:t>
            </a:r>
            <a:r>
              <a:rPr lang="ko-KR" altLang="en-US" dirty="0" err="1"/>
              <a:t>를</a:t>
            </a:r>
            <a:r>
              <a:rPr lang="ko-KR" altLang="en-US" dirty="0"/>
              <a:t> 위해 </a:t>
            </a:r>
            <a:r>
              <a:rPr lang="ko-KR" altLang="en-US" dirty="0" err="1"/>
              <a:t>보드레이트에</a:t>
            </a:r>
            <a:r>
              <a:rPr lang="ko-KR" altLang="en-US" dirty="0"/>
              <a:t> 맞춘 시간 딜레이 사용</a:t>
            </a:r>
            <a:endParaRPr lang="en-US" altLang="ko-KR" dirty="0"/>
          </a:p>
          <a:p>
            <a:pPr lvl="2"/>
            <a:r>
              <a:rPr lang="en-US" altLang="ko-KR" dirty="0"/>
              <a:t>UART TX </a:t>
            </a:r>
            <a:r>
              <a:rPr lang="ko-KR" altLang="en-US" dirty="0"/>
              <a:t>수신 비트 검증에서 사용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F9C80B-C752-AD07-55EA-1CD86D50D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  <p:pic>
        <p:nvPicPr>
          <p:cNvPr id="5" name="그림 4" descr="스크린샷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6C66C-C091-ED7A-6A55-654EDA14D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014"/>
          <a:stretch>
            <a:fillRect/>
          </a:stretch>
        </p:blipFill>
        <p:spPr>
          <a:xfrm>
            <a:off x="2613142" y="3054860"/>
            <a:ext cx="6580708" cy="2928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F721B9-99B7-68FB-0831-3BBA43555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480" y="5067592"/>
            <a:ext cx="8389297" cy="5471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52E868-F4B7-D5D8-E0C3-AEAEC6A99B08}"/>
              </a:ext>
            </a:extLst>
          </p:cNvPr>
          <p:cNvSpPr txBox="1"/>
          <p:nvPr/>
        </p:nvSpPr>
        <p:spPr>
          <a:xfrm>
            <a:off x="4747706" y="3759690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Sampling Timing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FF2C8-EC82-F401-D06E-E76F24A6ECA5}"/>
              </a:ext>
            </a:extLst>
          </p:cNvPr>
          <p:cNvSpPr txBox="1"/>
          <p:nvPr/>
        </p:nvSpPr>
        <p:spPr>
          <a:xfrm>
            <a:off x="4756117" y="5699323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Sampling Timing 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823435A-7F5E-D06D-F8A5-C9EABFF78928}"/>
              </a:ext>
            </a:extLst>
          </p:cNvPr>
          <p:cNvCxnSpPr>
            <a:cxnSpLocks/>
          </p:cNvCxnSpPr>
          <p:nvPr/>
        </p:nvCxnSpPr>
        <p:spPr>
          <a:xfrm>
            <a:off x="3161443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7737489-7142-FEA5-0CE3-27B263171738}"/>
              </a:ext>
            </a:extLst>
          </p:cNvPr>
          <p:cNvCxnSpPr>
            <a:cxnSpLocks/>
          </p:cNvCxnSpPr>
          <p:nvPr/>
        </p:nvCxnSpPr>
        <p:spPr>
          <a:xfrm>
            <a:off x="3890212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C7DC8BF-68C3-73F0-8FB2-A64CFC3B6779}"/>
              </a:ext>
            </a:extLst>
          </p:cNvPr>
          <p:cNvCxnSpPr>
            <a:cxnSpLocks/>
          </p:cNvCxnSpPr>
          <p:nvPr/>
        </p:nvCxnSpPr>
        <p:spPr>
          <a:xfrm>
            <a:off x="4617837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334DC8C-39EA-FFDD-9BB4-FA4C55BEDF02}"/>
              </a:ext>
            </a:extLst>
          </p:cNvPr>
          <p:cNvCxnSpPr>
            <a:cxnSpLocks/>
          </p:cNvCxnSpPr>
          <p:nvPr/>
        </p:nvCxnSpPr>
        <p:spPr>
          <a:xfrm>
            <a:off x="5346606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027D351-E743-8142-9052-795F27BC6C14}"/>
              </a:ext>
            </a:extLst>
          </p:cNvPr>
          <p:cNvCxnSpPr>
            <a:cxnSpLocks/>
          </p:cNvCxnSpPr>
          <p:nvPr/>
        </p:nvCxnSpPr>
        <p:spPr>
          <a:xfrm>
            <a:off x="6076523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740C1AB-F2BD-4BBA-B9B9-4C13FE25D899}"/>
              </a:ext>
            </a:extLst>
          </p:cNvPr>
          <p:cNvCxnSpPr>
            <a:cxnSpLocks/>
          </p:cNvCxnSpPr>
          <p:nvPr/>
        </p:nvCxnSpPr>
        <p:spPr>
          <a:xfrm>
            <a:off x="6805292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30EDFA-76A5-1992-8F5B-8629DF505EA5}"/>
              </a:ext>
            </a:extLst>
          </p:cNvPr>
          <p:cNvCxnSpPr>
            <a:cxnSpLocks/>
          </p:cNvCxnSpPr>
          <p:nvPr/>
        </p:nvCxnSpPr>
        <p:spPr>
          <a:xfrm>
            <a:off x="7532917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3AE56BF-9EDB-1D83-5B9B-310772A2BCEF}"/>
              </a:ext>
            </a:extLst>
          </p:cNvPr>
          <p:cNvCxnSpPr>
            <a:cxnSpLocks/>
          </p:cNvCxnSpPr>
          <p:nvPr/>
        </p:nvCxnSpPr>
        <p:spPr>
          <a:xfrm>
            <a:off x="8261686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5F0D260-63BE-656E-19E2-AD34DEBA74E7}"/>
              </a:ext>
            </a:extLst>
          </p:cNvPr>
          <p:cNvCxnSpPr>
            <a:cxnSpLocks/>
          </p:cNvCxnSpPr>
          <p:nvPr/>
        </p:nvCxnSpPr>
        <p:spPr>
          <a:xfrm>
            <a:off x="8991602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14E663-3F92-08D2-70F7-453C922102FC}"/>
              </a:ext>
            </a:extLst>
          </p:cNvPr>
          <p:cNvCxnSpPr>
            <a:cxnSpLocks/>
          </p:cNvCxnSpPr>
          <p:nvPr/>
        </p:nvCxnSpPr>
        <p:spPr>
          <a:xfrm>
            <a:off x="9719227" y="5006813"/>
            <a:ext cx="0" cy="69251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 descr="스크린샷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84085A-76FF-FFC5-EF34-8B14A2B8C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14"/>
          <a:stretch>
            <a:fillRect/>
          </a:stretch>
        </p:blipFill>
        <p:spPr>
          <a:xfrm>
            <a:off x="2613142" y="3371513"/>
            <a:ext cx="6580708" cy="29282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8F42E8-F3CD-B2D1-0EE2-18F8869A02F6}"/>
              </a:ext>
            </a:extLst>
          </p:cNvPr>
          <p:cNvCxnSpPr>
            <a:cxnSpLocks/>
          </p:cNvCxnSpPr>
          <p:nvPr/>
        </p:nvCxnSpPr>
        <p:spPr>
          <a:xfrm>
            <a:off x="8800241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33AC63A-BF42-1481-DF6E-5C9F7DC8985A}"/>
              </a:ext>
            </a:extLst>
          </p:cNvPr>
          <p:cNvCxnSpPr>
            <a:cxnSpLocks/>
          </p:cNvCxnSpPr>
          <p:nvPr/>
        </p:nvCxnSpPr>
        <p:spPr>
          <a:xfrm>
            <a:off x="8373979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3728D9E-2631-DCA5-73CF-EDBDA70B26BB}"/>
              </a:ext>
            </a:extLst>
          </p:cNvPr>
          <p:cNvCxnSpPr>
            <a:cxnSpLocks/>
          </p:cNvCxnSpPr>
          <p:nvPr/>
        </p:nvCxnSpPr>
        <p:spPr>
          <a:xfrm>
            <a:off x="7961468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AC709CE-2CFB-FBCE-D6F6-7AB3D79E765B}"/>
              </a:ext>
            </a:extLst>
          </p:cNvPr>
          <p:cNvCxnSpPr>
            <a:cxnSpLocks/>
          </p:cNvCxnSpPr>
          <p:nvPr/>
        </p:nvCxnSpPr>
        <p:spPr>
          <a:xfrm>
            <a:off x="7555832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F1E5D5D-D33F-B78C-13CD-4802E523837F}"/>
              </a:ext>
            </a:extLst>
          </p:cNvPr>
          <p:cNvCxnSpPr>
            <a:cxnSpLocks/>
          </p:cNvCxnSpPr>
          <p:nvPr/>
        </p:nvCxnSpPr>
        <p:spPr>
          <a:xfrm>
            <a:off x="7143321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7E999E5-E2F4-C64D-EB88-1FB6316C1159}"/>
              </a:ext>
            </a:extLst>
          </p:cNvPr>
          <p:cNvCxnSpPr>
            <a:cxnSpLocks/>
          </p:cNvCxnSpPr>
          <p:nvPr/>
        </p:nvCxnSpPr>
        <p:spPr>
          <a:xfrm>
            <a:off x="6737685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519E5BC-4344-0CA1-A914-CEBA3323489C}"/>
              </a:ext>
            </a:extLst>
          </p:cNvPr>
          <p:cNvCxnSpPr>
            <a:cxnSpLocks/>
          </p:cNvCxnSpPr>
          <p:nvPr/>
        </p:nvCxnSpPr>
        <p:spPr>
          <a:xfrm>
            <a:off x="6319446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8BF5CBA3-EA8D-402A-230D-2CE416B91325}"/>
              </a:ext>
            </a:extLst>
          </p:cNvPr>
          <p:cNvCxnSpPr>
            <a:cxnSpLocks/>
          </p:cNvCxnSpPr>
          <p:nvPr/>
        </p:nvCxnSpPr>
        <p:spPr>
          <a:xfrm>
            <a:off x="5903496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93B9B2F-C2ED-6305-E678-03CC3A8ACFE2}"/>
              </a:ext>
            </a:extLst>
          </p:cNvPr>
          <p:cNvCxnSpPr>
            <a:cxnSpLocks/>
          </p:cNvCxnSpPr>
          <p:nvPr/>
        </p:nvCxnSpPr>
        <p:spPr>
          <a:xfrm>
            <a:off x="5497860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5975818-3411-0BFB-BA18-BAD0C3434F90}"/>
              </a:ext>
            </a:extLst>
          </p:cNvPr>
          <p:cNvCxnSpPr>
            <a:cxnSpLocks/>
          </p:cNvCxnSpPr>
          <p:nvPr/>
        </p:nvCxnSpPr>
        <p:spPr>
          <a:xfrm>
            <a:off x="5085349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19460D3-8419-F8AE-F115-E2AB540DF5AA}"/>
              </a:ext>
            </a:extLst>
          </p:cNvPr>
          <p:cNvCxnSpPr>
            <a:cxnSpLocks/>
          </p:cNvCxnSpPr>
          <p:nvPr/>
        </p:nvCxnSpPr>
        <p:spPr>
          <a:xfrm>
            <a:off x="4674460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02691A6-45E0-1BFB-7A1E-9D78304F16EE}"/>
              </a:ext>
            </a:extLst>
          </p:cNvPr>
          <p:cNvCxnSpPr>
            <a:cxnSpLocks/>
          </p:cNvCxnSpPr>
          <p:nvPr/>
        </p:nvCxnSpPr>
        <p:spPr>
          <a:xfrm>
            <a:off x="4261949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07045F6-CEFD-A537-F71C-7D33DF8CC57D}"/>
              </a:ext>
            </a:extLst>
          </p:cNvPr>
          <p:cNvCxnSpPr>
            <a:cxnSpLocks/>
          </p:cNvCxnSpPr>
          <p:nvPr/>
        </p:nvCxnSpPr>
        <p:spPr>
          <a:xfrm>
            <a:off x="3849438" y="3054860"/>
            <a:ext cx="0" cy="60948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8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B03A5-4567-049A-DD72-0E4C8731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Waveform Analyzing (1/4)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988253-6CEA-E3F9-4E52-02CCA27117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 descr="스크린샷, 전자제품, 회로, 음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FBDA32-1BF7-04C0-065B-47EAFE5A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62" y="2557164"/>
            <a:ext cx="10053335" cy="230301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D9A7611-32F6-44E3-BCF7-7569CABA380A}"/>
              </a:ext>
            </a:extLst>
          </p:cNvPr>
          <p:cNvSpPr/>
          <p:nvPr/>
        </p:nvSpPr>
        <p:spPr>
          <a:xfrm>
            <a:off x="2082147" y="3153536"/>
            <a:ext cx="9808350" cy="2095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4A6C4D-9885-DB4E-9573-98AF7BAC410A}"/>
              </a:ext>
            </a:extLst>
          </p:cNvPr>
          <p:cNvSpPr/>
          <p:nvPr/>
        </p:nvSpPr>
        <p:spPr>
          <a:xfrm>
            <a:off x="2082147" y="3363087"/>
            <a:ext cx="9808350" cy="2952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6D0C91-881C-B5A4-E1B8-45F8E5F3B35E}"/>
              </a:ext>
            </a:extLst>
          </p:cNvPr>
          <p:cNvSpPr/>
          <p:nvPr/>
        </p:nvSpPr>
        <p:spPr>
          <a:xfrm>
            <a:off x="2082147" y="4077464"/>
            <a:ext cx="9808350" cy="48577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4028D-EBA1-4329-8ACE-9756A7E655D4}"/>
              </a:ext>
            </a:extLst>
          </p:cNvPr>
          <p:cNvSpPr txBox="1"/>
          <p:nvPr/>
        </p:nvSpPr>
        <p:spPr>
          <a:xfrm>
            <a:off x="10479526" y="3127507"/>
            <a:ext cx="1683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UART RX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입력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15109-A002-B09F-C540-83BAD5486C03}"/>
              </a:ext>
            </a:extLst>
          </p:cNvPr>
          <p:cNvSpPr txBox="1"/>
          <p:nvPr/>
        </p:nvSpPr>
        <p:spPr>
          <a:xfrm>
            <a:off x="10508612" y="3396750"/>
            <a:ext cx="1683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RX FIFO</a:t>
            </a:r>
            <a:r>
              <a:rPr lang="ko-KR" altLang="en-US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 출력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50497-5FB2-CC93-D0DC-22F15231FCBF}"/>
              </a:ext>
            </a:extLst>
          </p:cNvPr>
          <p:cNvSpPr txBox="1"/>
          <p:nvPr/>
        </p:nvSpPr>
        <p:spPr>
          <a:xfrm>
            <a:off x="10328397" y="4189546"/>
            <a:ext cx="1683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TX </a:t>
            </a:r>
            <a:r>
              <a:rPr lang="ko-KR" altLang="en-US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 확인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86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160ED-1776-7352-E23E-430618C3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Waveform Analyzing (2/4)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7AF0E-0869-B6A6-4DA0-108E430A39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</p:txBody>
      </p:sp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C62966-7143-451B-909D-3B5F944B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52" y="2121981"/>
            <a:ext cx="3642102" cy="2686909"/>
          </a:xfrm>
          <a:prstGeom prst="rect">
            <a:avLst/>
          </a:prstGeom>
        </p:spPr>
      </p:pic>
      <p:pic>
        <p:nvPicPr>
          <p:cNvPr id="8" name="그림 7" descr="텍스트, 스크린샷, 흑백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68D663-3B4A-22B8-FAF1-2789EB63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4382" b="89381"/>
          <a:stretch>
            <a:fillRect/>
          </a:stretch>
        </p:blipFill>
        <p:spPr>
          <a:xfrm>
            <a:off x="6684127" y="5011083"/>
            <a:ext cx="3740033" cy="5393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A0AFA5-F88F-FBA4-0B5B-46B374B3F566}"/>
              </a:ext>
            </a:extLst>
          </p:cNvPr>
          <p:cNvSpPr txBox="1"/>
          <p:nvPr/>
        </p:nvSpPr>
        <p:spPr>
          <a:xfrm>
            <a:off x="5085332" y="2946460"/>
            <a:ext cx="153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0b1011_0101</a:t>
            </a:r>
          </a:p>
          <a:p>
            <a:pPr algn="ctr"/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0xB5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ED11F-2A1E-2D21-6B4B-353185CA8F12}"/>
              </a:ext>
            </a:extLst>
          </p:cNvPr>
          <p:cNvSpPr txBox="1"/>
          <p:nvPr/>
        </p:nvSpPr>
        <p:spPr>
          <a:xfrm>
            <a:off x="7094409" y="5690179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RX FIFO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pic>
        <p:nvPicPr>
          <p:cNvPr id="12" name="그림 11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D4D625-4E29-8B87-4BBF-3695B51D2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017" y="2268285"/>
            <a:ext cx="3732283" cy="29255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FD742C-796A-DAA6-93DB-1C4CC2C94808}"/>
              </a:ext>
            </a:extLst>
          </p:cNvPr>
          <p:cNvSpPr txBox="1"/>
          <p:nvPr/>
        </p:nvSpPr>
        <p:spPr>
          <a:xfrm>
            <a:off x="2529712" y="5601786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RX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입력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BE4B2C-26B6-5CE5-7FB5-B5676D720715}"/>
              </a:ext>
            </a:extLst>
          </p:cNvPr>
          <p:cNvSpPr/>
          <p:nvPr/>
        </p:nvSpPr>
        <p:spPr>
          <a:xfrm>
            <a:off x="3717150" y="2946461"/>
            <a:ext cx="2692794" cy="4308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C8B59C2-C127-9236-C661-C3808E70BB65}"/>
              </a:ext>
            </a:extLst>
          </p:cNvPr>
          <p:cNvCxnSpPr/>
          <p:nvPr/>
        </p:nvCxnSpPr>
        <p:spPr>
          <a:xfrm>
            <a:off x="5879592" y="3377347"/>
            <a:ext cx="3911405" cy="1597160"/>
          </a:xfrm>
          <a:prstGeom prst="bentConnector3">
            <a:avLst>
              <a:gd name="adj1" fmla="val -2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3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3C713-3146-C78C-08AA-41C8FF88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Waveform Analyzing (3/4)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3B32E4-5A1B-AAEF-F5E9-CC6E302F2B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D8CBE1-0511-12DB-3863-DF5036F05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761" y="2308031"/>
            <a:ext cx="5539405" cy="2329656"/>
          </a:xfrm>
          <a:prstGeom prst="rect">
            <a:avLst/>
          </a:prstGeom>
        </p:spPr>
      </p:pic>
      <p:pic>
        <p:nvPicPr>
          <p:cNvPr id="6" name="그림 5" descr="텍스트, 스크린샷, 흑백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77AED-A791-42B1-DD9D-B3D3439D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15" r="32679" b="67683"/>
          <a:stretch>
            <a:fillRect/>
          </a:stretch>
        </p:blipFill>
        <p:spPr>
          <a:xfrm>
            <a:off x="7036934" y="4722334"/>
            <a:ext cx="3837061" cy="548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35762-6782-36BF-C731-48831C3B5199}"/>
              </a:ext>
            </a:extLst>
          </p:cNvPr>
          <p:cNvSpPr txBox="1"/>
          <p:nvPr/>
        </p:nvSpPr>
        <p:spPr>
          <a:xfrm>
            <a:off x="7895782" y="5345776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RX FIFO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pic>
        <p:nvPicPr>
          <p:cNvPr id="9" name="그림 8" descr="스크린샷, 멀티미디어 소프트웨어,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C60CF7-47E0-05FC-B3F3-D160290A0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14" y="2769261"/>
            <a:ext cx="5443021" cy="22456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4BF145-68C0-A15D-4D6D-66AD86A349B1}"/>
              </a:ext>
            </a:extLst>
          </p:cNvPr>
          <p:cNvSpPr txBox="1"/>
          <p:nvPr/>
        </p:nvSpPr>
        <p:spPr>
          <a:xfrm>
            <a:off x="1599631" y="5255248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RX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입력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D7AAC4-F60B-20B6-7458-8BF5B889AA6C}"/>
              </a:ext>
            </a:extLst>
          </p:cNvPr>
          <p:cNvSpPr/>
          <p:nvPr/>
        </p:nvSpPr>
        <p:spPr>
          <a:xfrm>
            <a:off x="2007222" y="2399471"/>
            <a:ext cx="1184034" cy="11648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92466-BEE6-538A-EFFA-BC4BFC3942B0}"/>
              </a:ext>
            </a:extLst>
          </p:cNvPr>
          <p:cNvSpPr/>
          <p:nvPr/>
        </p:nvSpPr>
        <p:spPr>
          <a:xfrm>
            <a:off x="4425767" y="2399471"/>
            <a:ext cx="1184034" cy="11648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61BCE5-1413-2321-E450-92EC8A84A6BB}"/>
              </a:ext>
            </a:extLst>
          </p:cNvPr>
          <p:cNvSpPr txBox="1"/>
          <p:nvPr/>
        </p:nvSpPr>
        <p:spPr>
          <a:xfrm>
            <a:off x="2269067" y="2431100"/>
            <a:ext cx="66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0x76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49D184-26B3-B7CE-76E9-9F817EA3262A}"/>
              </a:ext>
            </a:extLst>
          </p:cNvPr>
          <p:cNvSpPr txBox="1"/>
          <p:nvPr/>
        </p:nvSpPr>
        <p:spPr>
          <a:xfrm>
            <a:off x="4687612" y="2431100"/>
            <a:ext cx="6603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0x3B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DDC75821-D4BF-8792-C124-55FA8F17E604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H="1">
            <a:off x="5201491" y="-171152"/>
            <a:ext cx="2309524" cy="7514028"/>
          </a:xfrm>
          <a:prstGeom prst="bentConnector4">
            <a:avLst>
              <a:gd name="adj1" fmla="val -9898"/>
              <a:gd name="adj2" fmla="val 100022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95842B7-2D71-1A73-9E0B-193D23CEAD4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609801" y="2981885"/>
            <a:ext cx="4402879" cy="2111323"/>
          </a:xfrm>
          <a:prstGeom prst="bentConnector3">
            <a:avLst>
              <a:gd name="adj1" fmla="val 804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068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90546-C15C-C64C-2B72-4D5DC7B9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Waveform Analyzing (4/4)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CA2F89-E2B5-B104-061A-258296E377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9605DB-967A-2701-141A-B2A7EE75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71" y="2034221"/>
            <a:ext cx="3721820" cy="2789558"/>
          </a:xfrm>
          <a:prstGeom prst="rect">
            <a:avLst/>
          </a:prstGeom>
        </p:spPr>
      </p:pic>
      <p:pic>
        <p:nvPicPr>
          <p:cNvPr id="6" name="그림 5" descr="텍스트, 스크린샷, 흑백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F2BCCA-FD4D-B088-2813-7B5C91424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34" b="82041"/>
          <a:stretch>
            <a:fillRect/>
          </a:stretch>
        </p:blipFill>
        <p:spPr>
          <a:xfrm>
            <a:off x="215385" y="4937759"/>
            <a:ext cx="5699640" cy="148591"/>
          </a:xfrm>
          <a:prstGeom prst="rect">
            <a:avLst/>
          </a:prstGeom>
        </p:spPr>
      </p:pic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B57D88-F010-1256-2283-2C9171D25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7" y="2017003"/>
            <a:ext cx="3953592" cy="2823994"/>
          </a:xfrm>
          <a:prstGeom prst="rect">
            <a:avLst/>
          </a:prstGeom>
        </p:spPr>
      </p:pic>
      <p:pic>
        <p:nvPicPr>
          <p:cNvPr id="9" name="그림 8" descr="텍스트, 스크린샷, 흑백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2E4130-4936-1F12-14AE-47E11C03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" t="18329" r="3004" b="78746"/>
          <a:stretch>
            <a:fillRect/>
          </a:stretch>
        </p:blipFill>
        <p:spPr>
          <a:xfrm>
            <a:off x="6368535" y="4937759"/>
            <a:ext cx="5528190" cy="1485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5DBD5D-4CCF-9822-CD9D-26302A628D4B}"/>
              </a:ext>
            </a:extLst>
          </p:cNvPr>
          <p:cNvSpPr txBox="1"/>
          <p:nvPr/>
        </p:nvSpPr>
        <p:spPr>
          <a:xfrm>
            <a:off x="2017795" y="5127723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TX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 확인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4FB10-9E42-B4FE-9BA8-6FFDF412E447}"/>
              </a:ext>
            </a:extLst>
          </p:cNvPr>
          <p:cNvSpPr txBox="1"/>
          <p:nvPr/>
        </p:nvSpPr>
        <p:spPr>
          <a:xfrm>
            <a:off x="7784336" y="5127723"/>
            <a:ext cx="2696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UART TX </a:t>
            </a:r>
            <a:r>
              <a:rPr lang="ko-KR" altLang="en-US" sz="14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출력 확인</a:t>
            </a:r>
            <a:endParaRPr lang="en-US" altLang="ko-KR" sz="14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2773112" y="3848099"/>
            <a:ext cx="3021980" cy="268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BC052-8001-5F0C-43A4-065D49BF0498}"/>
              </a:ext>
            </a:extLst>
          </p:cNvPr>
          <p:cNvSpPr txBox="1"/>
          <p:nvPr/>
        </p:nvSpPr>
        <p:spPr>
          <a:xfrm>
            <a:off x="4200443" y="3516584"/>
            <a:ext cx="16833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0100_0100(44)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dirty="0">
              <a:solidFill>
                <a:srgbClr val="C00000"/>
              </a:solidFill>
              <a:latin typeface="감탄로드돋움체 Bold TTF" pitchFamily="2" charset="-127"/>
              <a:ea typeface="감탄로드돋움체 Bold TTF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0b1_0100_0100_0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273A43E9-A47B-29E9-1947-23EC619CB2C9}"/>
              </a:ext>
            </a:extLst>
          </p:cNvPr>
          <p:cNvCxnSpPr>
            <a:cxnSpLocks/>
            <a:stCxn id="16" idx="2"/>
          </p:cNvCxnSpPr>
          <p:nvPr/>
        </p:nvCxnSpPr>
        <p:spPr>
          <a:xfrm rot="16200000" flipH="1">
            <a:off x="4832794" y="4326091"/>
            <a:ext cx="779640" cy="360954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6A521F-0E88-E85F-4427-9AD0FA514A8A}"/>
              </a:ext>
            </a:extLst>
          </p:cNvPr>
          <p:cNvSpPr/>
          <p:nvPr/>
        </p:nvSpPr>
        <p:spPr>
          <a:xfrm>
            <a:off x="8659881" y="3848099"/>
            <a:ext cx="3021980" cy="268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032957-7190-DF5C-36B8-E34867898BDB}"/>
              </a:ext>
            </a:extLst>
          </p:cNvPr>
          <p:cNvSpPr txBox="1"/>
          <p:nvPr/>
        </p:nvSpPr>
        <p:spPr>
          <a:xfrm>
            <a:off x="10114521" y="3516584"/>
            <a:ext cx="16833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 dirty="0">
                <a:solidFill>
                  <a:srgbClr val="C00000"/>
                </a:solidFill>
                <a:latin typeface="감탄로드돋움체 Bold TTF" pitchFamily="2" charset="-127"/>
                <a:ea typeface="감탄로드돋움체 Bold TTF" pitchFamily="2" charset="-127"/>
              </a:rPr>
              <a:t>1001_1100(9C)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감탄로드돋움체 Bold TTF" pitchFamily="2" charset="-127"/>
              <a:ea typeface="감탄로드돋움체 Bold TTF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감탄로드돋움체 Bold TTF" pitchFamily="2" charset="-127"/>
                <a:ea typeface="감탄로드돋움체 Bold TTF" pitchFamily="2" charset="-127"/>
                <a:cs typeface="+mn-cs"/>
              </a:rPr>
              <a:t>0b1_1001_1100_0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F593A9C-B88F-E648-3C9F-2C5B6399334F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10884947" y="4188016"/>
            <a:ext cx="779638" cy="637102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63870A-22D5-5465-51DF-D3FA289D649F}"/>
              </a:ext>
            </a:extLst>
          </p:cNvPr>
          <p:cNvSpPr/>
          <p:nvPr/>
        </p:nvSpPr>
        <p:spPr>
          <a:xfrm>
            <a:off x="2033812" y="4201614"/>
            <a:ext cx="271238" cy="268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793652-8222-D68C-A10B-9DF66FFD3233}"/>
              </a:ext>
            </a:extLst>
          </p:cNvPr>
          <p:cNvSpPr/>
          <p:nvPr/>
        </p:nvSpPr>
        <p:spPr>
          <a:xfrm>
            <a:off x="7722555" y="4201614"/>
            <a:ext cx="271238" cy="268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14EF698-65E5-6AF2-2D70-6BC1B95494C2}"/>
              </a:ext>
            </a:extLst>
          </p:cNvPr>
          <p:cNvCxnSpPr>
            <a:cxnSpLocks/>
            <a:stCxn id="27" idx="0"/>
          </p:cNvCxnSpPr>
          <p:nvPr/>
        </p:nvCxnSpPr>
        <p:spPr>
          <a:xfrm rot="5400000" flipH="1" flipV="1">
            <a:off x="3028050" y="2777553"/>
            <a:ext cx="565442" cy="228268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E1E6B6C5-86F3-2472-04CC-13F9700ABE6D}"/>
              </a:ext>
            </a:extLst>
          </p:cNvPr>
          <p:cNvCxnSpPr>
            <a:cxnSpLocks/>
            <a:stCxn id="28" idx="0"/>
          </p:cNvCxnSpPr>
          <p:nvPr/>
        </p:nvCxnSpPr>
        <p:spPr>
          <a:xfrm rot="5400000" flipH="1" flipV="1">
            <a:off x="8844764" y="2649580"/>
            <a:ext cx="565445" cy="253862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685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FF96A-AA04-9C22-790A-9F9B9B17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Debug Messages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8B443-B3A6-12FB-F5A6-4A01C5432D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43CC8C-96E0-70E9-4AEB-1253467D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156" y="2301358"/>
            <a:ext cx="2238687" cy="3705742"/>
          </a:xfrm>
          <a:prstGeom prst="rect">
            <a:avLst/>
          </a:prstGeom>
        </p:spPr>
      </p:pic>
      <p:pic>
        <p:nvPicPr>
          <p:cNvPr id="7" name="그림 6" descr="텍스트, 스크린샷, 흑백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5B1F09-EBA2-3F6B-5CDC-0D46FDDE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246"/>
          <a:stretch>
            <a:fillRect/>
          </a:stretch>
        </p:blipFill>
        <p:spPr>
          <a:xfrm>
            <a:off x="1009259" y="1860749"/>
            <a:ext cx="5699640" cy="3136502"/>
          </a:xfrm>
          <a:prstGeom prst="rect">
            <a:avLst/>
          </a:prstGeom>
        </p:spPr>
      </p:pic>
      <p:pic>
        <p:nvPicPr>
          <p:cNvPr id="9" name="그림 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E3150D-D596-1ADF-60ED-DE03D8FC3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59" y="4997251"/>
            <a:ext cx="560148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5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88E60-BD49-FAFA-C2BD-4532BECF5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A3093D-CB51-C45F-BDBE-CEFCA85D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RX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 수신과 </a:t>
            </a:r>
            <a:r>
              <a:rPr lang="en-US" altLang="ko-KR" dirty="0"/>
              <a:t>UART TX Stream </a:t>
            </a:r>
            <a:r>
              <a:rPr lang="ko-KR" altLang="en-US" dirty="0"/>
              <a:t>수신을 위한 데이터 구조 설계</a:t>
            </a:r>
            <a:endParaRPr lang="en-US" altLang="ko-KR" dirty="0"/>
          </a:p>
          <a:p>
            <a:pPr lvl="1"/>
            <a:r>
              <a:rPr lang="en-US" altLang="ko-KR" dirty="0"/>
              <a:t>Monitor</a:t>
            </a:r>
            <a:r>
              <a:rPr lang="ko-KR" altLang="en-US" dirty="0"/>
              <a:t>에서 수신된 데이터를 </a:t>
            </a:r>
            <a:r>
              <a:rPr lang="en-US" altLang="ko-KR" dirty="0"/>
              <a:t>Scoreboard</a:t>
            </a:r>
            <a:r>
              <a:rPr lang="ko-KR" altLang="en-US" dirty="0"/>
              <a:t>에 전달하기 위한 구조 구상에서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한번의 샘플링이 아닌 여러 번의 샘플링이 필요한 상황을 발견</a:t>
            </a:r>
            <a:endParaRPr lang="en-US" altLang="ko-KR" dirty="0"/>
          </a:p>
          <a:p>
            <a:pPr lvl="2"/>
            <a:r>
              <a:rPr lang="en-US" altLang="ko-KR" dirty="0"/>
              <a:t>RX FIFO</a:t>
            </a:r>
            <a:r>
              <a:rPr lang="ko-KR" altLang="en-US" dirty="0"/>
              <a:t>의 </a:t>
            </a:r>
            <a:r>
              <a:rPr lang="en-US" altLang="ko-KR" dirty="0"/>
              <a:t>Pop</a:t>
            </a:r>
            <a:r>
              <a:rPr lang="ko-KR" altLang="en-US" dirty="0"/>
              <a:t>이 여러 번 발생할 수 있음</a:t>
            </a:r>
            <a:endParaRPr lang="en-US" altLang="ko-KR" dirty="0"/>
          </a:p>
          <a:p>
            <a:pPr lvl="2"/>
            <a:r>
              <a:rPr lang="en-US" altLang="ko-KR" dirty="0"/>
              <a:t>UART TX</a:t>
            </a:r>
            <a:r>
              <a:rPr lang="ko-KR" altLang="en-US" dirty="0"/>
              <a:t>는 여러 번의 </a:t>
            </a:r>
            <a:r>
              <a:rPr lang="en-US" altLang="ko-KR" dirty="0"/>
              <a:t>Baud rate</a:t>
            </a:r>
            <a:r>
              <a:rPr lang="ko-KR" altLang="en-US" dirty="0"/>
              <a:t>에 나누어 하나의 데이터가 전송됨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해결법</a:t>
            </a:r>
            <a:endParaRPr lang="en-US" altLang="ko-KR" dirty="0"/>
          </a:p>
          <a:p>
            <a:pPr marL="698500" lvl="2" indent="-342900">
              <a:buFont typeface="+mj-lt"/>
              <a:buAutoNum type="arabicPeriod"/>
            </a:pPr>
            <a:r>
              <a:rPr lang="en-US" altLang="ko-KR" b="1" dirty="0"/>
              <a:t>Monitor</a:t>
            </a:r>
            <a:r>
              <a:rPr lang="ko-KR" altLang="en-US" b="1" dirty="0"/>
              <a:t>에서 여러 사이클에 걸쳐 </a:t>
            </a:r>
            <a:r>
              <a:rPr lang="en-US" altLang="ko-KR" b="1" dirty="0"/>
              <a:t>FIFO Data </a:t>
            </a:r>
            <a:r>
              <a:rPr lang="ko-KR" altLang="en-US" b="1" dirty="0"/>
              <a:t>데이터를 수신하고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비트 단위로 </a:t>
            </a:r>
            <a:r>
              <a:rPr lang="en-US" altLang="ko-KR" b="1" dirty="0"/>
              <a:t>UART TX</a:t>
            </a:r>
            <a:r>
              <a:rPr lang="ko-KR" altLang="en-US" b="1" dirty="0"/>
              <a:t> 신호를 샘플링 하여 </a:t>
            </a:r>
            <a:r>
              <a:rPr lang="en-US" altLang="ko-KR" b="1" dirty="0"/>
              <a:t>Scoreboard</a:t>
            </a:r>
            <a:r>
              <a:rPr lang="ko-KR" altLang="en-US" b="1" dirty="0"/>
              <a:t>로 전달</a:t>
            </a:r>
            <a:endParaRPr lang="en-US" altLang="ko-KR" b="1" dirty="0"/>
          </a:p>
          <a:p>
            <a:pPr marL="698500" lvl="2" indent="-342900">
              <a:buFont typeface="+mj-lt"/>
              <a:buAutoNum type="arabicPeriod"/>
            </a:pPr>
            <a:r>
              <a:rPr lang="ko-KR" altLang="en-US" b="1" dirty="0"/>
              <a:t>수신 된 데이터를 </a:t>
            </a:r>
            <a:r>
              <a:rPr lang="en-US" altLang="ko-KR" b="1" dirty="0"/>
              <a:t>Scoreboard</a:t>
            </a:r>
            <a:r>
              <a:rPr lang="ko-KR" altLang="en-US" b="1" dirty="0"/>
              <a:t>에 전달하는 메시지에서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데이터 출력이 저장되는 변수를 배열화 하여 입력 순서대로 저장</a:t>
            </a:r>
            <a:endParaRPr lang="en-US" altLang="ko-KR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0C048F-6349-B9CD-46B6-3EEA43763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Contents02. UART FIFO VERIFICATION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D00851-3B66-927B-0AB5-5A0C57495709}"/>
              </a:ext>
            </a:extLst>
          </p:cNvPr>
          <p:cNvSpPr/>
          <p:nvPr/>
        </p:nvSpPr>
        <p:spPr>
          <a:xfrm>
            <a:off x="8955101" y="1949155"/>
            <a:ext cx="2651800" cy="1670345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trans_mon2scb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dut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신호 전달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가동 명령과 송수신에 데이터 사용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[RX]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rxfifo_data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수신한 데이터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_</a:t>
            </a:r>
            <a:r>
              <a:rPr lang="en-US" altLang="ko-KR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valid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lang="ko-KR" altLang="en-US" sz="1000" kern="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50" charset="-127"/>
              </a:rPr>
              <a:t>데이터의 유효성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rx_full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가득참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rx_empty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비어있음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[TX]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uart_tx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샘플링된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FBC934-0194-2C7E-A214-B1E385FF679A}"/>
              </a:ext>
            </a:extLst>
          </p:cNvPr>
          <p:cNvSpPr/>
          <p:nvPr/>
        </p:nvSpPr>
        <p:spPr>
          <a:xfrm>
            <a:off x="8955101" y="4454230"/>
            <a:ext cx="2651800" cy="1971970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trans_mon2scb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dut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신호 전달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가동 명령과 송수신에 데이터 사용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[RX]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rxfifo_data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수신한 데이터를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횟수에 따라 배열화 하여 저장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rxfifo_cnt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수신된 횟수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rx_full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가득참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rx_empty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FIFO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비어있음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[TX]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uart_tx_seq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Baudrate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마다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샘플링된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tx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(LSB-&gt;MSB) 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134AE662-415D-651D-0E7A-DF826CE92A91}"/>
              </a:ext>
            </a:extLst>
          </p:cNvPr>
          <p:cNvSpPr/>
          <p:nvPr/>
        </p:nvSpPr>
        <p:spPr>
          <a:xfrm>
            <a:off x="9814276" y="3752350"/>
            <a:ext cx="933450" cy="57726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867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3715D-61A8-597B-A514-B7C11E5D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Stopwatch</a:t>
            </a:r>
            <a:r>
              <a:rPr lang="en-US" altLang="ko-KR" dirty="0"/>
              <a:t> </a:t>
            </a:r>
            <a:r>
              <a:rPr lang="en-US" altLang="ko-KR" dirty="0" smtClean="0"/>
              <a:t>Verification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E4C0B-5943-643B-56AA-38AE11276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content03.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8557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0CE1-5235-3C99-B6E6-CADB27B9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5702E-A766-E633-B187-C0C9DC76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50900"/>
            <a:ext cx="10515600" cy="725488"/>
          </a:xfrm>
        </p:spPr>
        <p:txBody>
          <a:bodyPr/>
          <a:lstStyle/>
          <a:p>
            <a:r>
              <a:rPr lang="en-US" altLang="ko-KR" dirty="0"/>
              <a:t>Stopwatch Datapath Structure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E8BB50-DC3B-7BDD-E14F-F5B334D846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Content03</a:t>
            </a:r>
            <a:r>
              <a:rPr lang="en-US" altLang="ko-KR" dirty="0"/>
              <a:t>. </a:t>
            </a:r>
            <a:r>
              <a:rPr lang="en-US" altLang="ko-KR" dirty="0" smtClean="0"/>
              <a:t>Stopwatch Verification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5F4D9553-53BC-6155-A4E4-B5B34B45E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943090"/>
            <a:ext cx="5170573" cy="475815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100hz(10ms) </a:t>
            </a:r>
            <a:r>
              <a:rPr lang="ko-KR" altLang="en-US" dirty="0"/>
              <a:t>주기 </a:t>
            </a:r>
            <a:r>
              <a:rPr lang="en-US" altLang="ko-KR" dirty="0"/>
              <a:t>tick</a:t>
            </a:r>
            <a:r>
              <a:rPr lang="ko-KR" altLang="en-US" dirty="0"/>
              <a:t>을 생성하는</a:t>
            </a:r>
            <a:endParaRPr lang="en-US" altLang="ko-KR" dirty="0"/>
          </a:p>
          <a:p>
            <a:r>
              <a:rPr lang="en-US" altLang="ko-KR" dirty="0"/>
              <a:t>    tick_gen_100hz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각 단위 시간</a:t>
            </a:r>
            <a:r>
              <a:rPr lang="en-US" altLang="ko-KR" dirty="0"/>
              <a:t>(msec, sec, min, hour) </a:t>
            </a:r>
            <a:r>
              <a:rPr lang="ko-KR" altLang="en-US" dirty="0"/>
              <a:t>값을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결정하는 </a:t>
            </a:r>
            <a:r>
              <a:rPr lang="en-US" altLang="ko-KR" dirty="0"/>
              <a:t>counter</a:t>
            </a:r>
          </a:p>
          <a:p>
            <a:endParaRPr lang="en-US" altLang="ko-KR" sz="1100" dirty="0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B8866971-D19F-80C2-A532-AE1A32A984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376928"/>
              </p:ext>
            </p:extLst>
          </p:nvPr>
        </p:nvGraphicFramePr>
        <p:xfrm>
          <a:off x="5949807" y="2071361"/>
          <a:ext cx="585215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66">
                  <a:extLst>
                    <a:ext uri="{9D8B030D-6E8A-4147-A177-3AD203B41FA5}">
                      <a16:colId xmlns:a16="http://schemas.microsoft.com/office/drawing/2014/main" val="2191807483"/>
                    </a:ext>
                  </a:extLst>
                </a:gridCol>
                <a:gridCol w="2895387">
                  <a:extLst>
                    <a:ext uri="{9D8B030D-6E8A-4147-A177-3AD203B41FA5}">
                      <a16:colId xmlns:a16="http://schemas.microsoft.com/office/drawing/2014/main" val="3867062656"/>
                    </a:ext>
                  </a:extLst>
                </a:gridCol>
                <a:gridCol w="1603205">
                  <a:extLst>
                    <a:ext uri="{9D8B030D-6E8A-4147-A177-3AD203B41FA5}">
                      <a16:colId xmlns:a16="http://schemas.microsoft.com/office/drawing/2014/main" val="33873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감탄로드돋움체 Bold TTF" pitchFamily="2" charset="-127"/>
                        <a:ea typeface="감탄로드돋움체 Bold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msec[6:0]</a:t>
                      </a:r>
                      <a:endParaRPr lang="ko-KR" altLang="en-US" sz="1200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2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reset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9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sec[5:0]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1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mode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4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clear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3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min[5:0]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run_stop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hour[4:0]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11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371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3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66150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1F090-612A-1A85-B170-5AB1D496797A}"/>
              </a:ext>
            </a:extLst>
          </p:cNvPr>
          <p:cNvSpPr/>
          <p:nvPr/>
        </p:nvSpPr>
        <p:spPr>
          <a:xfrm>
            <a:off x="7518111" y="2163156"/>
            <a:ext cx="1231899" cy="71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tick_gen_100hz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87CA9FA-9148-F6F4-E474-AEF0B1C92702}"/>
              </a:ext>
            </a:extLst>
          </p:cNvPr>
          <p:cNvSpPr/>
          <p:nvPr/>
        </p:nvSpPr>
        <p:spPr>
          <a:xfrm>
            <a:off x="8968089" y="2400752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msec_counter</a:t>
            </a:r>
            <a:endParaRPr lang="ko-KR" altLang="en-US" sz="11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965A67-5C3E-A447-9AA6-32DC50D6DBE1}"/>
              </a:ext>
            </a:extLst>
          </p:cNvPr>
          <p:cNvSpPr/>
          <p:nvPr/>
        </p:nvSpPr>
        <p:spPr>
          <a:xfrm>
            <a:off x="8968089" y="3956134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min_counter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DCE288-D0B6-5354-C173-705EB9EB6C60}"/>
              </a:ext>
            </a:extLst>
          </p:cNvPr>
          <p:cNvSpPr/>
          <p:nvPr/>
        </p:nvSpPr>
        <p:spPr>
          <a:xfrm>
            <a:off x="8968089" y="3155679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sec_counter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E5959C-D73A-6E01-9894-3A35A5F933BC}"/>
              </a:ext>
            </a:extLst>
          </p:cNvPr>
          <p:cNvSpPr/>
          <p:nvPr/>
        </p:nvSpPr>
        <p:spPr>
          <a:xfrm>
            <a:off x="8968089" y="4736895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hour_counter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718F84A7-F6E6-9B42-1BEE-D8E61F1CD241}"/>
              </a:ext>
            </a:extLst>
          </p:cNvPr>
          <p:cNvSpPr txBox="1">
            <a:spLocks/>
          </p:cNvSpPr>
          <p:nvPr/>
        </p:nvSpPr>
        <p:spPr>
          <a:xfrm>
            <a:off x="7217050" y="5730363"/>
            <a:ext cx="2400083" cy="445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j-cs"/>
              </a:defRPr>
            </a:lvl1pPr>
          </a:lstStyle>
          <a:p>
            <a:r>
              <a:rPr lang="en-US" altLang="ko-KR" sz="1800" dirty="0" err="1"/>
              <a:t>stopwatch_datapath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40335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56DD-97D0-75AD-EC73-5EEEB118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1CE6C70-CE86-14F3-C8C6-9B78C99A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Verification Scenario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1BFB03-69B9-94A0-5503-83A5CD77B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0" y="1825622"/>
            <a:ext cx="8853066" cy="4758055"/>
          </a:xfrm>
        </p:spPr>
        <p:txBody>
          <a:bodyPr>
            <a:normAutofit/>
          </a:bodyPr>
          <a:lstStyle/>
          <a:p>
            <a:r>
              <a:rPr lang="ko-KR" altLang="en-US" dirty="0"/>
              <a:t>입력 데이터 값을 랜덤으로 생성해 </a:t>
            </a:r>
            <a:r>
              <a:rPr lang="en-US" altLang="ko-KR" dirty="0"/>
              <a:t>Stopwatch </a:t>
            </a:r>
            <a:r>
              <a:rPr lang="ko-KR" altLang="en-US" dirty="0"/>
              <a:t>동작 확인</a:t>
            </a:r>
            <a:endParaRPr lang="en-US" altLang="ko-KR" dirty="0"/>
          </a:p>
          <a:p>
            <a:r>
              <a:rPr lang="en-US" altLang="ko-KR" dirty="0"/>
              <a:t>Testbench </a:t>
            </a:r>
            <a:r>
              <a:rPr lang="ko-KR" altLang="en-US" dirty="0"/>
              <a:t>내부에 자체 </a:t>
            </a:r>
            <a:r>
              <a:rPr lang="en-US" altLang="ko-KR" dirty="0"/>
              <a:t>Stopwatch</a:t>
            </a:r>
            <a:r>
              <a:rPr lang="ko-KR" altLang="en-US" dirty="0"/>
              <a:t>를 구성해 </a:t>
            </a:r>
            <a:r>
              <a:rPr lang="en-US" altLang="ko-KR" dirty="0"/>
              <a:t>sampling </a:t>
            </a:r>
            <a:r>
              <a:rPr lang="ko-KR" altLang="en-US" dirty="0"/>
              <a:t>한 데이터와 비교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랜덤 생성 데이터</a:t>
            </a:r>
            <a:r>
              <a:rPr lang="en-US" altLang="ko-KR" dirty="0"/>
              <a:t>: mode, clear, </a:t>
            </a:r>
            <a:r>
              <a:rPr lang="en-US" altLang="ko-KR" dirty="0" err="1"/>
              <a:t>run_stop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mode</a:t>
            </a:r>
          </a:p>
          <a:p>
            <a:pPr lvl="2"/>
            <a:r>
              <a:rPr lang="en-US" altLang="ko-KR" sz="1800" dirty="0"/>
              <a:t>0 : Up count</a:t>
            </a:r>
          </a:p>
          <a:p>
            <a:pPr lvl="2"/>
            <a:r>
              <a:rPr lang="en-US" altLang="ko-KR" sz="1800" dirty="0"/>
              <a:t>1 : Down count</a:t>
            </a:r>
            <a:endParaRPr lang="en-US" altLang="ko-KR" dirty="0"/>
          </a:p>
          <a:p>
            <a:pPr marL="88900" lvl="1" indent="0">
              <a:buNone/>
            </a:pPr>
            <a:r>
              <a:rPr lang="en-US" altLang="ko-KR" sz="2100" b="1" dirty="0"/>
              <a:t>clear</a:t>
            </a:r>
          </a:p>
          <a:p>
            <a:pPr lvl="2"/>
            <a:r>
              <a:rPr lang="en-US" altLang="ko-KR" sz="1800" dirty="0"/>
              <a:t>1 : Time data reset</a:t>
            </a:r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 err="1"/>
              <a:t>run_stop</a:t>
            </a:r>
            <a:endParaRPr lang="en-US" altLang="ko-KR" b="1" dirty="0"/>
          </a:p>
          <a:p>
            <a:pPr lvl="2"/>
            <a:r>
              <a:rPr lang="en-US" altLang="ko-KR" sz="1800" dirty="0"/>
              <a:t>0 : Stop</a:t>
            </a:r>
          </a:p>
          <a:p>
            <a:pPr lvl="2"/>
            <a:r>
              <a:rPr lang="en-US" altLang="ko-KR" sz="1800" dirty="0"/>
              <a:t>1 : Run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F013540-DCC1-F54A-F963-AD4084BAD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32449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</p:txBody>
      </p:sp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1B28C-16ED-2E87-42D4-D80AED1E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3" y="2759986"/>
            <a:ext cx="6372819" cy="38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00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AD14-3D66-445B-66AB-D8301D20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BDCBF-6D20-69FE-2652-74EF1CA6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Verification </a:t>
            </a:r>
            <a:r>
              <a:rPr lang="en-US" altLang="ko-KR" dirty="0" smtClean="0"/>
              <a:t>Scenario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F3753C6B-6659-2148-9429-46A51AE474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A9530B46-BFBA-94C1-5946-9C914A46EBC5}"/>
              </a:ext>
            </a:extLst>
          </p:cNvPr>
          <p:cNvSpPr txBox="1">
            <a:spLocks/>
          </p:cNvSpPr>
          <p:nvPr/>
        </p:nvSpPr>
        <p:spPr>
          <a:xfrm>
            <a:off x="286219" y="1919514"/>
            <a:ext cx="4729918" cy="446858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1" indent="0">
              <a:buNone/>
            </a:pPr>
            <a:r>
              <a:rPr lang="en-US" altLang="ko-KR" b="1" dirty="0"/>
              <a:t>Scoreboard </a:t>
            </a:r>
            <a:r>
              <a:rPr lang="ko-KR" altLang="en-US" b="1" dirty="0"/>
              <a:t>내부 자체 </a:t>
            </a:r>
            <a:r>
              <a:rPr lang="en-US" altLang="ko-KR" b="1" dirty="0"/>
              <a:t>Stopwatch</a:t>
            </a:r>
          </a:p>
          <a:p>
            <a:pPr lvl="1"/>
            <a:r>
              <a:rPr lang="en-US" altLang="ko-KR" dirty="0" err="1"/>
              <a:t>posedge</a:t>
            </a:r>
            <a:r>
              <a:rPr lang="ko-KR" altLang="en-US" dirty="0"/>
              <a:t>마다 </a:t>
            </a:r>
            <a:r>
              <a:rPr lang="en-US" altLang="ko-KR" dirty="0"/>
              <a:t>100hz tick count</a:t>
            </a:r>
          </a:p>
          <a:p>
            <a:pPr lvl="1"/>
            <a:r>
              <a:rPr lang="en-US" altLang="ko-KR" dirty="0"/>
              <a:t>100hz tick 100</a:t>
            </a:r>
            <a:r>
              <a:rPr lang="ko-KR" altLang="en-US" dirty="0"/>
              <a:t>번 </a:t>
            </a:r>
            <a:r>
              <a:rPr lang="en-US" altLang="ko-KR" dirty="0"/>
              <a:t>count -&gt; msec++;</a:t>
            </a:r>
          </a:p>
          <a:p>
            <a:pPr lvl="2"/>
            <a:r>
              <a:rPr lang="en-US" altLang="ko-KR" sz="1800" dirty="0"/>
              <a:t>msec = 99 -&gt; sec++;</a:t>
            </a:r>
          </a:p>
          <a:p>
            <a:pPr lvl="3"/>
            <a:r>
              <a:rPr lang="en-US" altLang="ko-KR" sz="1800" dirty="0"/>
              <a:t>sec= 59 -&gt; min++;</a:t>
            </a:r>
          </a:p>
          <a:p>
            <a:pPr lvl="4"/>
            <a:r>
              <a:rPr lang="en-US" altLang="ko-KR" sz="1800" dirty="0"/>
              <a:t>min = 59 -&gt; hour++;</a:t>
            </a:r>
          </a:p>
          <a:p>
            <a:pPr lvl="4"/>
            <a:r>
              <a:rPr lang="en-US" altLang="ko-KR" sz="1800" dirty="0"/>
              <a:t>hour 23</a:t>
            </a:r>
            <a:r>
              <a:rPr lang="ko-KR" altLang="en-US" sz="1800" dirty="0"/>
              <a:t>까지 </a:t>
            </a:r>
            <a:r>
              <a:rPr lang="en-US" altLang="ko-KR" sz="1800" dirty="0"/>
              <a:t>count </a:t>
            </a:r>
            <a:r>
              <a:rPr lang="ko-KR" altLang="en-US" sz="1800" dirty="0" smtClean="0"/>
              <a:t>반복</a:t>
            </a:r>
            <a:endParaRPr lang="en-US" altLang="ko-KR" sz="1800" dirty="0"/>
          </a:p>
          <a:p>
            <a:pPr marL="812800" lvl="4" indent="0">
              <a:buNone/>
            </a:pPr>
            <a:endParaRPr lang="en-US" altLang="ko-KR" sz="1800" dirty="0"/>
          </a:p>
          <a:p>
            <a:pPr lvl="1"/>
            <a:r>
              <a:rPr lang="en-US" altLang="ko-KR" b="1" dirty="0" smtClean="0">
                <a:latin typeface="감탄로드돋움체 Thin TTF" pitchFamily="2" charset="-127"/>
                <a:ea typeface="감탄로드돋움체 Thin TTF" pitchFamily="2" charset="-127"/>
              </a:rPr>
              <a:t>mode, clear, </a:t>
            </a:r>
            <a:r>
              <a:rPr lang="en-US" altLang="ko-KR" b="1" dirty="0" err="1" smtClean="0">
                <a:latin typeface="감탄로드돋움체 Thin TTF" pitchFamily="2" charset="-127"/>
                <a:ea typeface="감탄로드돋움체 Thin TTF" pitchFamily="2" charset="-127"/>
              </a:rPr>
              <a:t>run_stop</a:t>
            </a:r>
            <a:r>
              <a:rPr lang="en-US" altLang="ko-KR" b="1" dirty="0">
                <a:latin typeface="감탄로드돋움체 Thin TTF" pitchFamily="2" charset="-127"/>
                <a:ea typeface="감탄로드돋움체 Thin TTF" pitchFamily="2" charset="-127"/>
              </a:rPr>
              <a:t> </a:t>
            </a:r>
            <a:r>
              <a:rPr lang="ko-KR" altLang="en-US" b="1" dirty="0" smtClean="0">
                <a:latin typeface="감탄로드돋움체 Thin TTF" pitchFamily="2" charset="-127"/>
                <a:ea typeface="감탄로드돋움체 Thin TTF" pitchFamily="2" charset="-127"/>
              </a:rPr>
              <a:t>입력 값에 </a:t>
            </a:r>
            <a:r>
              <a:rPr lang="ko-KR" altLang="en-US" b="1" dirty="0">
                <a:latin typeface="감탄로드돋움체 Thin TTF" pitchFamily="2" charset="-127"/>
                <a:ea typeface="감탄로드돋움체 Thin TTF" pitchFamily="2" charset="-127"/>
              </a:rPr>
              <a:t>따라 </a:t>
            </a:r>
            <a:r>
              <a:rPr lang="ko-KR" altLang="en-US" b="1" dirty="0" smtClean="0">
                <a:latin typeface="감탄로드돋움체 Thin TTF" pitchFamily="2" charset="-127"/>
                <a:ea typeface="감탄로드돋움체 Thin TTF" pitchFamily="2" charset="-127"/>
              </a:rPr>
              <a:t>       </a:t>
            </a:r>
            <a:r>
              <a:rPr lang="en-US" altLang="ko-KR" b="1" dirty="0" err="1" smtClean="0">
                <a:latin typeface="감탄로드돋움체 Thin TTF" pitchFamily="2" charset="-127"/>
                <a:ea typeface="감탄로드돋움체 Thin TTF" pitchFamily="2" charset="-127"/>
              </a:rPr>
              <a:t>DUT</a:t>
            </a:r>
            <a:r>
              <a:rPr lang="en-US" altLang="ko-KR" b="1" dirty="0" smtClean="0">
                <a:latin typeface="감탄로드돋움체 Thin TTF" pitchFamily="2" charset="-127"/>
                <a:ea typeface="감탄로드돋움체 Thin TTF" pitchFamily="2" charset="-127"/>
              </a:rPr>
              <a:t> stopwatch</a:t>
            </a:r>
            <a:r>
              <a:rPr lang="ko-KR" altLang="en-US" b="1" dirty="0" smtClean="0">
                <a:latin typeface="감탄로드돋움체 Thin TTF" pitchFamily="2" charset="-127"/>
                <a:ea typeface="감탄로드돋움체 Thin TTF" pitchFamily="2" charset="-127"/>
              </a:rPr>
              <a:t>와 동일하게 동작</a:t>
            </a:r>
            <a:endParaRPr lang="en-US" altLang="ko-KR" sz="2200" dirty="0"/>
          </a:p>
          <a:p>
            <a:pPr marL="812800" lvl="4" indent="0">
              <a:buNone/>
            </a:pPr>
            <a:endParaRPr lang="en-US" altLang="ko-KR" sz="1800" dirty="0"/>
          </a:p>
          <a:p>
            <a:pPr marL="2286000" lvl="5" indent="0">
              <a:buNone/>
            </a:pPr>
            <a:r>
              <a:rPr lang="en-US" altLang="ko-KR" sz="2200" dirty="0"/>
              <a:t>						</a:t>
            </a:r>
          </a:p>
          <a:p>
            <a:pPr lvl="2"/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F49C90-F44F-14DC-EE41-5B4F16AB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348" y="1814553"/>
            <a:ext cx="4397121" cy="2209992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EEC35A-905F-78A1-01B2-AF28C272A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354" y="3298355"/>
            <a:ext cx="4480624" cy="3311450"/>
          </a:xfrm>
          <a:prstGeom prst="rect">
            <a:avLst/>
          </a:prstGeo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60E16195-E1DB-B9D9-D469-A7ACF87A3B88}"/>
              </a:ext>
            </a:extLst>
          </p:cNvPr>
          <p:cNvSpPr txBox="1">
            <a:spLocks/>
          </p:cNvSpPr>
          <p:nvPr/>
        </p:nvSpPr>
        <p:spPr>
          <a:xfrm>
            <a:off x="444500" y="4652686"/>
            <a:ext cx="5040086" cy="7520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endParaRPr lang="en-US" altLang="ko-KR" dirty="0"/>
          </a:p>
          <a:p>
            <a:pPr marL="609600" lvl="1" indent="-342900"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5025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3069-6044-0814-A069-E5495289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86218" y="1841255"/>
            <a:ext cx="5743107" cy="2987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AF9C46-1F24-C407-DD63-D1791125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Verification Timing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8455535B-3976-77C5-EA5C-BB04E3403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5BB9B975-C010-7237-18BB-BA31C449186B}"/>
              </a:ext>
            </a:extLst>
          </p:cNvPr>
          <p:cNvSpPr txBox="1">
            <a:spLocks/>
          </p:cNvSpPr>
          <p:nvPr/>
        </p:nvSpPr>
        <p:spPr>
          <a:xfrm>
            <a:off x="286218" y="1919513"/>
            <a:ext cx="5450416" cy="46772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1" indent="0">
              <a:buNone/>
            </a:pPr>
            <a:r>
              <a:rPr lang="ko-KR" altLang="en-US" b="1" dirty="0"/>
              <a:t>신호 유지 기간</a:t>
            </a:r>
            <a:r>
              <a:rPr lang="en-US" altLang="ko-KR" b="1" dirty="0"/>
              <a:t>: 30msec</a:t>
            </a:r>
          </a:p>
          <a:p>
            <a:pPr lvl="1"/>
            <a:r>
              <a:rPr lang="en-US" altLang="ko-KR" dirty="0" err="1" smtClean="0"/>
              <a:t>msec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변화를 통해 올바르게 동작하는지 확인하기 위해</a:t>
            </a: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/>
              <a:t>Driving </a:t>
            </a:r>
            <a:r>
              <a:rPr lang="en-US" altLang="ko-KR" b="1" dirty="0" smtClean="0"/>
              <a:t>Timing</a:t>
            </a:r>
            <a:endParaRPr lang="en-US" altLang="ko-KR" b="1" dirty="0"/>
          </a:p>
          <a:p>
            <a:pPr lvl="1"/>
            <a:r>
              <a:rPr lang="en-US" altLang="ko-KR" dirty="0" err="1" smtClean="0"/>
              <a:t>drv</a:t>
            </a:r>
            <a:r>
              <a:rPr lang="en-US" altLang="ko-KR" dirty="0" smtClean="0"/>
              <a:t> -&gt; </a:t>
            </a:r>
            <a:r>
              <a:rPr lang="en-US" altLang="ko-KR" dirty="0" err="1" smtClean="0"/>
              <a:t>DUT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posedge</a:t>
            </a:r>
            <a:r>
              <a:rPr lang="ko-KR" altLang="en-US" dirty="0" smtClean="0"/>
              <a:t> </a:t>
            </a:r>
            <a:r>
              <a:rPr lang="en-US" altLang="ko-KR" dirty="0" err="1"/>
              <a:t>clk</a:t>
            </a:r>
            <a:r>
              <a:rPr lang="en-US" altLang="ko-KR" dirty="0"/>
              <a:t> + 1nsec</a:t>
            </a:r>
          </a:p>
          <a:p>
            <a:pPr lvl="1"/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/>
              <a:t>Sampling Timing</a:t>
            </a:r>
          </a:p>
          <a:p>
            <a:pPr lvl="1"/>
            <a:r>
              <a:rPr lang="en-US" altLang="ko-KR" dirty="0" err="1"/>
              <a:t>negedge</a:t>
            </a: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6876B8-1530-C1C0-339B-5F28CCBD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742" y="4890366"/>
            <a:ext cx="3368332" cy="1813717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0A018-7ED1-B3D8-46D0-1FA2F094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074" y="1955267"/>
            <a:ext cx="3139712" cy="1653683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C5575C-697F-2660-793A-41AC6ED82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765" y="3962471"/>
            <a:ext cx="3314987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22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5EDF-31A0-9EB2-0343-154C64BF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1996" y="1786841"/>
            <a:ext cx="11613780" cy="23207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6C3F28-459A-A372-C2F9-9E256222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4B8974-FC9F-7CA9-E464-A5E29E4DA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995" y="1916666"/>
            <a:ext cx="10880355" cy="2102884"/>
          </a:xfrm>
        </p:spPr>
        <p:txBody>
          <a:bodyPr>
            <a:noAutofit/>
          </a:bodyPr>
          <a:lstStyle/>
          <a:p>
            <a:r>
              <a:rPr lang="en-US" altLang="ko-KR" sz="1800" dirty="0" smtClean="0"/>
              <a:t>1. </a:t>
            </a:r>
            <a:r>
              <a:rPr lang="en-US" altLang="ko-KR" sz="1800" dirty="0" err="1" smtClean="0"/>
              <a:t>DUT</a:t>
            </a:r>
            <a:r>
              <a:rPr lang="en-US" altLang="ko-KR" sz="1800" dirty="0" smtClean="0"/>
              <a:t> Clear </a:t>
            </a:r>
            <a:r>
              <a:rPr lang="ko-KR" altLang="en-US" sz="1800" dirty="0" smtClean="0"/>
              <a:t>동작 설계 오류</a:t>
            </a:r>
            <a:endParaRPr lang="en-US" altLang="ko-KR" sz="1800" dirty="0" smtClean="0"/>
          </a:p>
          <a:p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clear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시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 </a:t>
            </a: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100hz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 tick 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count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가 초기화되지 않고 계속 증가</a:t>
            </a:r>
            <a:endParaRPr lang="en-US" altLang="ko-KR" sz="18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reset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시에는 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tick count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초기화</a:t>
            </a:r>
            <a:endParaRPr lang="en-US" altLang="ko-KR" sz="18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이 설계의 문제점</a:t>
            </a:r>
            <a:endParaRPr lang="en-US" altLang="ko-KR" sz="1800" dirty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clear 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시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시간만 초기화되고 </a:t>
            </a: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100hz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 </a:t>
            </a:r>
            <a:r>
              <a:rPr lang="en-US" altLang="ko-KR" sz="1800" dirty="0">
                <a:latin typeface="감탄로드돋움체 Regular TTF" pitchFamily="2" charset="-127"/>
                <a:ea typeface="감탄로드돋움체 Regular TTF" pitchFamily="2" charset="-127"/>
              </a:rPr>
              <a:t>tick count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가 초기화되지 않으면 다시 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run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했을 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때 시계가 정확히 동작하지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않음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.</a:t>
            </a:r>
          </a:p>
          <a:p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따라서 잘못된 설계</a:t>
            </a:r>
            <a:endParaRPr lang="en-US" altLang="ko-KR" sz="18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736A7-A00F-4B4D-6E41-E31B956A3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84" y="4237401"/>
            <a:ext cx="5051292" cy="214874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8248784" y="4237401"/>
            <a:ext cx="561975" cy="1909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6864484" y="5105079"/>
            <a:ext cx="1460501" cy="1622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6864484" y="4447854"/>
            <a:ext cx="1460501" cy="1622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6854959" y="5755438"/>
            <a:ext cx="1460501" cy="1622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4" y="4237401"/>
            <a:ext cx="3362954" cy="2239599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7C00DD19-5291-E649-C04E-D58DEF63F3D3}"/>
              </a:ext>
            </a:extLst>
          </p:cNvPr>
          <p:cNvSpPr txBox="1">
            <a:spLocks/>
          </p:cNvSpPr>
          <p:nvPr/>
        </p:nvSpPr>
        <p:spPr>
          <a:xfrm>
            <a:off x="1462182" y="6606824"/>
            <a:ext cx="1918138" cy="225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j-cs"/>
              </a:defRPr>
            </a:lvl1pPr>
          </a:lstStyle>
          <a:p>
            <a:r>
              <a:rPr lang="en-US" altLang="ko-KR" sz="1800" dirty="0" smtClean="0"/>
              <a:t>&lt;&gt;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21657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5EDF-31A0-9EB2-0343-154C64BF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C3F28-459A-A372-C2F9-9E256222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Trouble Shooting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736A7-A00F-4B4D-6E41-E31B956A3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r="19320" b="36046"/>
          <a:stretch/>
        </p:blipFill>
        <p:spPr>
          <a:xfrm>
            <a:off x="7442082" y="1786841"/>
            <a:ext cx="3892668" cy="450264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301996" y="1786841"/>
            <a:ext cx="6270254" cy="20890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A4B8974-FC9F-7CA9-E464-A5E29E4DA6FE}"/>
              </a:ext>
            </a:extLst>
          </p:cNvPr>
          <p:cNvSpPr txBox="1">
            <a:spLocks/>
          </p:cNvSpPr>
          <p:nvPr/>
        </p:nvSpPr>
        <p:spPr>
          <a:xfrm>
            <a:off x="301996" y="1916666"/>
            <a:ext cx="6165480" cy="2102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/>
              <a:t>1-1. </a:t>
            </a:r>
            <a:r>
              <a:rPr lang="en-US" altLang="ko-KR" sz="1800" dirty="0" err="1" smtClean="0"/>
              <a:t>DUT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동작에 맞춰 </a:t>
            </a:r>
            <a:r>
              <a:rPr lang="en-US" altLang="ko-KR" sz="1800" dirty="0" err="1" smtClean="0"/>
              <a:t>Testbench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변경</a:t>
            </a:r>
            <a:endParaRPr lang="en-US" altLang="ko-KR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DUT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의 동작에 맞춰 </a:t>
            </a: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Testbench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의 </a:t>
            </a:r>
            <a:r>
              <a:rPr lang="en-US" altLang="ko-KR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reset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과 </a:t>
            </a:r>
            <a:r>
              <a:rPr lang="en-US" altLang="ko-KR" sz="1800" dirty="0">
                <a:latin typeface="감탄로드돋움체 Regular TTF" pitchFamily="2" charset="-127"/>
                <a:ea typeface="감탄로드돋움체 Regular TTF" pitchFamily="2" charset="-127"/>
              </a:rPr>
              <a:t>clear 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동작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구분</a:t>
            </a:r>
            <a:endParaRPr lang="en-US" altLang="ko-KR" sz="18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pPr marL="609600" lvl="1" indent="-342900"/>
            <a:r>
              <a:rPr lang="en-US" altLang="ko-KR" sz="1600" dirty="0" smtClean="0">
                <a:latin typeface="감탄로드돋움체 Regular TTF" pitchFamily="2" charset="-127"/>
                <a:ea typeface="감탄로드돋움체 Regular TTF" pitchFamily="2" charset="-127"/>
              </a:rPr>
              <a:t>reset </a:t>
            </a:r>
            <a:r>
              <a:rPr lang="ko-KR" altLang="en-US" sz="1600" dirty="0" smtClean="0">
                <a:latin typeface="감탄로드돋움체 Regular TTF" pitchFamily="2" charset="-127"/>
                <a:ea typeface="감탄로드돋움체 Regular TTF" pitchFamily="2" charset="-127"/>
              </a:rPr>
              <a:t>시에만 </a:t>
            </a:r>
            <a:r>
              <a:rPr lang="en-US" altLang="ko-KR" sz="1600" dirty="0" smtClean="0">
                <a:latin typeface="감탄로드돋움체 Regular TTF" pitchFamily="2" charset="-127"/>
                <a:ea typeface="감탄로드돋움체 Regular TTF" pitchFamily="2" charset="-127"/>
              </a:rPr>
              <a:t>tick count </a:t>
            </a:r>
            <a:r>
              <a:rPr lang="ko-KR" altLang="en-US" sz="1600" dirty="0" smtClean="0">
                <a:latin typeface="감탄로드돋움체 Regular TTF" pitchFamily="2" charset="-127"/>
                <a:ea typeface="감탄로드돋움체 Regular TTF" pitchFamily="2" charset="-127"/>
              </a:rPr>
              <a:t>초기화되도록</a:t>
            </a:r>
            <a:endParaRPr lang="en-US" altLang="ko-KR" sz="1600" dirty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그러나 </a:t>
            </a:r>
            <a:r>
              <a:rPr lang="en-US" altLang="ko-KR" sz="1800" dirty="0">
                <a:latin typeface="감탄로드돋움체 Regular TTF" pitchFamily="2" charset="-127"/>
                <a:ea typeface="감탄로드돋움체 Regular TTF" pitchFamily="2" charset="-127"/>
              </a:rPr>
              <a:t>clear 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입력은 </a:t>
            </a:r>
            <a:r>
              <a:rPr lang="en-US" altLang="ko-KR" sz="1800" dirty="0">
                <a:latin typeface="감탄로드돋움체 Regular TTF" pitchFamily="2" charset="-127"/>
                <a:ea typeface="감탄로드돋움체 Regular TTF" pitchFamily="2" charset="-127"/>
              </a:rPr>
              <a:t>reset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과 같은 동작을 해야 함</a:t>
            </a:r>
            <a:endParaRPr lang="en-US" altLang="ko-KR" sz="1800" dirty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r>
              <a:rPr lang="en-US" altLang="ko-KR" sz="1800" dirty="0" smtClean="0"/>
              <a:t>-&gt; Simulation</a:t>
            </a:r>
            <a:r>
              <a:rPr lang="ko-KR" altLang="en-US" sz="1800" dirty="0"/>
              <a:t>을 </a:t>
            </a:r>
            <a:r>
              <a:rPr lang="ko-KR" altLang="en-US" sz="1800" dirty="0" smtClean="0"/>
              <a:t>통과하기 </a:t>
            </a:r>
            <a:r>
              <a:rPr lang="ko-KR" altLang="en-US" sz="1800" dirty="0"/>
              <a:t>위해 </a:t>
            </a:r>
            <a:r>
              <a:rPr lang="en-US" altLang="ko-KR" sz="1800" dirty="0" err="1"/>
              <a:t>Testbench</a:t>
            </a:r>
            <a:r>
              <a:rPr lang="ko-KR" altLang="en-US" sz="1800" dirty="0" smtClean="0"/>
              <a:t>를 변경한 셈</a:t>
            </a:r>
            <a:endParaRPr lang="en-US" altLang="ko-KR" sz="1800" dirty="0" smtClean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8102599" y="3875938"/>
            <a:ext cx="1851026" cy="54366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8102599" y="5082712"/>
            <a:ext cx="2498726" cy="2989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97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5EDF-31A0-9EB2-0343-154C64BF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363" y="1786841"/>
            <a:ext cx="4210638" cy="2896004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F49C90-F44F-14DC-EE41-5B4F16AB3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388" y="4682845"/>
            <a:ext cx="3571359" cy="17949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6C3F28-459A-A372-C2F9-9E256222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Trouble Shooting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736A7-A00F-4B4D-6E41-E31B956A3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01996" y="1786841"/>
            <a:ext cx="6270254" cy="22327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A4B8974-FC9F-7CA9-E464-A5E29E4DA6FE}"/>
              </a:ext>
            </a:extLst>
          </p:cNvPr>
          <p:cNvSpPr txBox="1">
            <a:spLocks/>
          </p:cNvSpPr>
          <p:nvPr/>
        </p:nvSpPr>
        <p:spPr>
          <a:xfrm>
            <a:off x="301996" y="1916666"/>
            <a:ext cx="6165480" cy="2102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/>
              <a:t>1-2. </a:t>
            </a:r>
            <a:r>
              <a:rPr lang="ko-KR" altLang="en-US" sz="1800" dirty="0" smtClean="0"/>
              <a:t>설계 의도에 맞게 </a:t>
            </a:r>
            <a:r>
              <a:rPr lang="en-US" altLang="ko-KR" sz="1800" dirty="0" err="1" smtClean="0"/>
              <a:t>DUT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변경</a:t>
            </a:r>
            <a:endParaRPr lang="en-US" altLang="ko-KR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DUT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의 </a:t>
            </a:r>
            <a:r>
              <a:rPr lang="en-US" altLang="ko-KR" sz="1800" dirty="0" err="1">
                <a:latin typeface="감탄로드돋움체 Regular TTF" pitchFamily="2" charset="-127"/>
                <a:ea typeface="감탄로드돋움체 Regular TTF" pitchFamily="2" charset="-127"/>
              </a:rPr>
              <a:t>tick_gen_100hz</a:t>
            </a:r>
            <a:r>
              <a:rPr lang="en-US" altLang="ko-KR" sz="1800" dirty="0">
                <a:latin typeface="감탄로드돋움체 Regular TTF" pitchFamily="2" charset="-127"/>
                <a:ea typeface="감탄로드돋움체 Regular TTF" pitchFamily="2" charset="-127"/>
              </a:rPr>
              <a:t> </a:t>
            </a:r>
            <a:r>
              <a:rPr lang="ko-KR" altLang="en-US" sz="1800" dirty="0">
                <a:latin typeface="감탄로드돋움체 Regular TTF" pitchFamily="2" charset="-127"/>
                <a:ea typeface="감탄로드돋움체 Regular TTF" pitchFamily="2" charset="-127"/>
              </a:rPr>
              <a:t>모듈 설계 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변경</a:t>
            </a:r>
            <a:endParaRPr lang="en-US" altLang="ko-KR" sz="18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pPr marL="552450" lvl="1" indent="-285750"/>
            <a:r>
              <a:rPr lang="en-US" altLang="ko-KR" sz="1600" dirty="0"/>
              <a:t>clear input </a:t>
            </a:r>
            <a:r>
              <a:rPr lang="ko-KR" altLang="en-US" sz="1600" dirty="0" smtClean="0"/>
              <a:t>추가</a:t>
            </a:r>
            <a:endParaRPr lang="en-US" altLang="ko-KR" sz="1600" dirty="0" smtClean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pPr marL="552450" lvl="1" indent="-285750"/>
            <a:r>
              <a:rPr lang="en-US" altLang="ko-KR" sz="1600" dirty="0"/>
              <a:t>reset</a:t>
            </a:r>
            <a:r>
              <a:rPr lang="ko-KR" altLang="en-US" sz="1600" dirty="0"/>
              <a:t>과 </a:t>
            </a:r>
            <a:r>
              <a:rPr lang="en-US" altLang="ko-KR" sz="1600" dirty="0"/>
              <a:t>clear</a:t>
            </a:r>
            <a:r>
              <a:rPr lang="ko-KR" altLang="en-US" sz="1600" dirty="0"/>
              <a:t>이 완전히 같은 </a:t>
            </a:r>
            <a:r>
              <a:rPr lang="ko-KR" altLang="en-US" sz="1600" dirty="0" smtClean="0"/>
              <a:t>동작하도록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dirty="0" err="1" smtClean="0">
                <a:latin typeface="감탄로드돋움체 Regular TTF" pitchFamily="2" charset="-127"/>
                <a:ea typeface="감탄로드돋움체 Regular TTF" pitchFamily="2" charset="-127"/>
              </a:rPr>
              <a:t>Testbench</a:t>
            </a:r>
            <a:r>
              <a:rPr lang="ko-KR" altLang="en-US" sz="1800" dirty="0" smtClean="0">
                <a:latin typeface="감탄로드돋움체 Regular TTF" pitchFamily="2" charset="-127"/>
                <a:ea typeface="감탄로드돋움체 Regular TTF" pitchFamily="2" charset="-127"/>
              </a:rPr>
              <a:t>는 초기 코드로 복구</a:t>
            </a:r>
            <a:endParaRPr lang="en-US" altLang="ko-KR" sz="1800" dirty="0">
              <a:latin typeface="감탄로드돋움체 Regular TTF" pitchFamily="2" charset="-127"/>
              <a:ea typeface="감탄로드돋움체 Regular TTF" pitchFamily="2" charset="-127"/>
            </a:endParaRPr>
          </a:p>
          <a:p>
            <a:r>
              <a:rPr lang="en-US" altLang="ko-KR" sz="1800" dirty="0" smtClean="0"/>
              <a:t>-&gt; </a:t>
            </a:r>
            <a:r>
              <a:rPr lang="ko-KR" altLang="en-US" sz="1800" dirty="0" smtClean="0"/>
              <a:t>검증 과정에서 설계 오류 발견하고 해결</a:t>
            </a:r>
            <a:endParaRPr lang="en-US" altLang="ko-KR" sz="1800" dirty="0" smtClean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1603561" y="5273324"/>
            <a:ext cx="2806514" cy="2416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7766236" y="2349149"/>
            <a:ext cx="1577789" cy="2416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8223436" y="3898724"/>
            <a:ext cx="2111189" cy="5875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7871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5EDF-31A0-9EB2-0343-154C64BF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98457" y="1815058"/>
            <a:ext cx="9302743" cy="8602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6C3F28-459A-A372-C2F9-9E256222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Trouble Shooting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736A7-A00F-4B4D-6E41-E31B956A3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DD24AB-9D46-3B2C-D42A-8DDCC4A3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511" y="4567305"/>
            <a:ext cx="6714338" cy="2052570"/>
          </a:xfrm>
          <a:prstGeom prst="rect">
            <a:avLst/>
          </a:prstGeo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A4B8974-FC9F-7CA9-E464-A5E29E4DA6FE}"/>
              </a:ext>
            </a:extLst>
          </p:cNvPr>
          <p:cNvSpPr txBox="1">
            <a:spLocks/>
          </p:cNvSpPr>
          <p:nvPr/>
        </p:nvSpPr>
        <p:spPr>
          <a:xfrm>
            <a:off x="301996" y="1916666"/>
            <a:ext cx="6165480" cy="1102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/>
              <a:t>2. Generator </a:t>
            </a:r>
            <a:r>
              <a:rPr lang="ko-KR" altLang="en-US" sz="1800" dirty="0" smtClean="0"/>
              <a:t>지연 시간 설정 오류 </a:t>
            </a:r>
            <a:endParaRPr lang="en-US" altLang="ko-KR" sz="18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96" y="3359703"/>
            <a:ext cx="4508129" cy="207805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389" y="2881618"/>
            <a:ext cx="2410524" cy="162804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01996" y="2247417"/>
            <a:ext cx="9416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>
                <a:latin typeface="감탄로드돋움체 Regular TTF" pitchFamily="2" charset="-127"/>
                <a:ea typeface="감탄로드돋움체 Regular TTF" pitchFamily="2" charset="-127"/>
              </a:rPr>
              <a:t>3msec</a:t>
            </a:r>
            <a:r>
              <a:rPr lang="ko-KR" altLang="en-US" dirty="0" smtClean="0">
                <a:latin typeface="감탄로드돋움체 Regular TTF" pitchFamily="2" charset="-127"/>
                <a:ea typeface="감탄로드돋움체 Regular TTF" pitchFamily="2" charset="-127"/>
              </a:rPr>
              <a:t>에서 </a:t>
            </a:r>
            <a:r>
              <a:rPr lang="en-US" altLang="ko-KR" dirty="0" err="1" smtClean="0">
                <a:latin typeface="감탄로드돋움체 Regular TTF" pitchFamily="2" charset="-127"/>
                <a:ea typeface="감탄로드돋움체 Regular TTF" pitchFamily="2" charset="-127"/>
              </a:rPr>
              <a:t>1clk</a:t>
            </a:r>
            <a:r>
              <a:rPr lang="en-US" altLang="ko-KR" dirty="0" smtClean="0">
                <a:latin typeface="감탄로드돋움체 Regular TTF" pitchFamily="2" charset="-127"/>
                <a:ea typeface="감탄로드돋움체 Regular TTF" pitchFamily="2" charset="-127"/>
              </a:rPr>
              <a:t> </a:t>
            </a:r>
            <a:r>
              <a:rPr lang="ko-KR" altLang="en-US" dirty="0" err="1" smtClean="0">
                <a:latin typeface="감탄로드돋움체 Regular TTF" pitchFamily="2" charset="-127"/>
                <a:ea typeface="감탄로드돋움체 Regular TTF" pitchFamily="2" charset="-127"/>
              </a:rPr>
              <a:t>뺀만큼</a:t>
            </a:r>
            <a:r>
              <a:rPr lang="ko-KR" altLang="en-US" dirty="0" smtClean="0">
                <a:latin typeface="감탄로드돋움체 Regular TTF" pitchFamily="2" charset="-127"/>
                <a:ea typeface="감탄로드돋움체 Regular TTF" pitchFamily="2" charset="-127"/>
              </a:rPr>
              <a:t> 지연시켜서 신호 입력 타이밍과 </a:t>
            </a:r>
            <a:r>
              <a:rPr lang="en-US" altLang="ko-KR" dirty="0" smtClean="0">
                <a:latin typeface="감탄로드돋움체 Regular TTF" pitchFamily="2" charset="-127"/>
                <a:ea typeface="감탄로드돋움체 Regular TTF" pitchFamily="2" charset="-127"/>
              </a:rPr>
              <a:t>stopwatch </a:t>
            </a:r>
            <a:r>
              <a:rPr lang="ko-KR" altLang="en-US" dirty="0" smtClean="0">
                <a:latin typeface="감탄로드돋움체 Regular TTF" pitchFamily="2" charset="-127"/>
                <a:ea typeface="감탄로드돋움체 Regular TTF" pitchFamily="2" charset="-127"/>
              </a:rPr>
              <a:t>값 변경 타이밍이 맞지 않음</a:t>
            </a:r>
            <a:r>
              <a:rPr lang="en-US" altLang="ko-KR" dirty="0" smtClean="0">
                <a:latin typeface="감탄로드돋움체 Regular TTF" pitchFamily="2" charset="-127"/>
                <a:ea typeface="감탄로드돋움체 Regular TTF" pitchFamily="2" charset="-127"/>
              </a:rPr>
              <a:t> </a:t>
            </a:r>
            <a:endParaRPr lang="en-US" altLang="ko-KR" dirty="0">
              <a:latin typeface="감탄로드돋움체 Regular TTF" pitchFamily="2" charset="-127"/>
              <a:ea typeface="감탄로드돋움체 Regular TTF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1152803" y="4739924"/>
            <a:ext cx="2806514" cy="2416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7402389" y="3980541"/>
            <a:ext cx="2198811" cy="29880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6030789" y="4832174"/>
            <a:ext cx="3189411" cy="2446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6030788" y="5845380"/>
            <a:ext cx="3277300" cy="24465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7" y="3019425"/>
            <a:ext cx="4610743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78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5EDF-31A0-9EB2-0343-154C64BF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301996" y="1859162"/>
            <a:ext cx="7537079" cy="4862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6C3F28-459A-A372-C2F9-9E256222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Stopwatch Trouble Shooting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736A7-A00F-4B4D-6E41-E31B956A3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Content03</a:t>
            </a:r>
            <a:r>
              <a:rPr lang="en-US" altLang="ko-KR" dirty="0"/>
              <a:t>. Stopwatch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783" y="3479517"/>
            <a:ext cx="2378265" cy="15471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4" y="3076929"/>
            <a:ext cx="4907320" cy="222493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A4B8974-FC9F-7CA9-E464-A5E29E4DA6FE}"/>
              </a:ext>
            </a:extLst>
          </p:cNvPr>
          <p:cNvSpPr txBox="1">
            <a:spLocks/>
          </p:cNvSpPr>
          <p:nvPr/>
        </p:nvSpPr>
        <p:spPr>
          <a:xfrm>
            <a:off x="301996" y="1916666"/>
            <a:ext cx="6165480" cy="1102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/>
              <a:t>2-1. Generator </a:t>
            </a:r>
            <a:r>
              <a:rPr lang="ko-KR" altLang="en-US" sz="1800" dirty="0" smtClean="0"/>
              <a:t>지연 시간 수정</a:t>
            </a:r>
            <a:endParaRPr lang="en-US" altLang="ko-KR" sz="1800" dirty="0" smtClean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EDCE7C-2E88-901B-7D1C-CB156892A8A1}"/>
              </a:ext>
            </a:extLst>
          </p:cNvPr>
          <p:cNvSpPr/>
          <p:nvPr/>
        </p:nvSpPr>
        <p:spPr>
          <a:xfrm>
            <a:off x="2076728" y="4571450"/>
            <a:ext cx="3551315" cy="5559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133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47EC-7F85-0F10-494A-F93ACB69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4BEA5-45B7-FB16-4AB9-CB92AAC6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Watch Verification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E9F3A5-1FCD-FD72-9235-97BE225C1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content04.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3384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54FF-549C-DACC-5F29-71AFFEB2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3913" y="1798271"/>
            <a:ext cx="5289101" cy="49359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40ECAB-405E-9CCF-A656-1CEAAEC2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50900"/>
            <a:ext cx="10515600" cy="725488"/>
          </a:xfrm>
        </p:spPr>
        <p:txBody>
          <a:bodyPr/>
          <a:lstStyle/>
          <a:p>
            <a:r>
              <a:rPr lang="en-US" altLang="ko-KR" dirty="0"/>
              <a:t>Watch Datapath Structure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218673-2BE0-2E92-317A-363FA20F1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Content04</a:t>
            </a:r>
            <a:r>
              <a:rPr lang="en-US" altLang="ko-KR" dirty="0" smtClean="0"/>
              <a:t>. Watch Verification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67789F1D-694D-03E0-3B6A-3E7419CFF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943090"/>
            <a:ext cx="5287228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900" dirty="0"/>
              <a:t>100hz(10ms) </a:t>
            </a:r>
            <a:r>
              <a:rPr lang="ko-KR" altLang="en-US" sz="1900" dirty="0"/>
              <a:t>주기 </a:t>
            </a:r>
            <a:r>
              <a:rPr lang="en-US" altLang="ko-KR" sz="1900" dirty="0"/>
              <a:t>tick</a:t>
            </a:r>
            <a:r>
              <a:rPr lang="ko-KR" altLang="en-US" sz="1900" dirty="0"/>
              <a:t>을 생성하는</a:t>
            </a:r>
            <a:endParaRPr lang="en-US" altLang="ko-KR" sz="1900" dirty="0"/>
          </a:p>
          <a:p>
            <a:pPr>
              <a:lnSpc>
                <a:spcPct val="100000"/>
              </a:lnSpc>
            </a:pPr>
            <a:r>
              <a:rPr lang="en-US" altLang="ko-KR" sz="1900" dirty="0"/>
              <a:t>   tick_gen_100hz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900" dirty="0"/>
              <a:t>각 단위 시간</a:t>
            </a:r>
            <a:r>
              <a:rPr lang="en-US" altLang="ko-KR" sz="1900" dirty="0"/>
              <a:t>(msec, sec, min, hour) </a:t>
            </a:r>
            <a:r>
              <a:rPr lang="ko-KR" altLang="en-US" sz="1900" dirty="0"/>
              <a:t>값을</a:t>
            </a:r>
            <a:endParaRPr lang="en-US" altLang="ko-KR" sz="1900" dirty="0"/>
          </a:p>
          <a:p>
            <a:pPr>
              <a:lnSpc>
                <a:spcPct val="100000"/>
              </a:lnSpc>
            </a:pPr>
            <a:r>
              <a:rPr lang="en-US" altLang="ko-KR" sz="1900" dirty="0"/>
              <a:t>   </a:t>
            </a:r>
            <a:r>
              <a:rPr lang="ko-KR" altLang="en-US" sz="1900" dirty="0"/>
              <a:t>결정하는 </a:t>
            </a:r>
            <a:r>
              <a:rPr lang="en-US" altLang="ko-KR" sz="1900" dirty="0"/>
              <a:t>counter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900" dirty="0"/>
              <a:t>FND </a:t>
            </a:r>
            <a:r>
              <a:rPr lang="ko-KR" altLang="en-US" sz="1900" dirty="0"/>
              <a:t>모듈의 왼쪽에 표시되는 데이터와 </a:t>
            </a:r>
            <a:endParaRPr lang="en-US" altLang="ko-KR" sz="1900" dirty="0"/>
          </a:p>
          <a:p>
            <a:pPr>
              <a:lnSpc>
                <a:spcPct val="100000"/>
              </a:lnSpc>
            </a:pPr>
            <a:r>
              <a:rPr lang="ko-KR" altLang="en-US" sz="1900" dirty="0"/>
              <a:t>   오른쪽에 표시되는 데이터를 구분하는 </a:t>
            </a:r>
            <a:endParaRPr lang="en-US" altLang="ko-KR" sz="1900" dirty="0"/>
          </a:p>
          <a:p>
            <a:pPr>
              <a:lnSpc>
                <a:spcPct val="100000"/>
              </a:lnSpc>
            </a:pPr>
            <a:r>
              <a:rPr lang="en-US" altLang="ko-KR" sz="1900" dirty="0"/>
              <a:t>   </a:t>
            </a:r>
            <a:r>
              <a:rPr lang="en-US" altLang="ko-KR" sz="1900" dirty="0" err="1"/>
              <a:t>watch_modify_sel</a:t>
            </a:r>
            <a:endParaRPr lang="en-US" altLang="ko-KR" sz="1900" dirty="0"/>
          </a:p>
          <a:p>
            <a:pPr marL="88900" lvl="1" indent="0">
              <a:buNone/>
            </a:pPr>
            <a:endParaRPr lang="en-US" altLang="ko-KR" dirty="0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3858D3EA-51BE-7987-D1B8-978881E53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4620244"/>
              </p:ext>
            </p:extLst>
          </p:nvPr>
        </p:nvGraphicFramePr>
        <p:xfrm>
          <a:off x="5949807" y="2071361"/>
          <a:ext cx="585215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66">
                  <a:extLst>
                    <a:ext uri="{9D8B030D-6E8A-4147-A177-3AD203B41FA5}">
                      <a16:colId xmlns:a16="http://schemas.microsoft.com/office/drawing/2014/main" val="2191807483"/>
                    </a:ext>
                  </a:extLst>
                </a:gridCol>
                <a:gridCol w="2895387">
                  <a:extLst>
                    <a:ext uri="{9D8B030D-6E8A-4147-A177-3AD203B41FA5}">
                      <a16:colId xmlns:a16="http://schemas.microsoft.com/office/drawing/2014/main" val="3867062656"/>
                    </a:ext>
                  </a:extLst>
                </a:gridCol>
                <a:gridCol w="1603205">
                  <a:extLst>
                    <a:ext uri="{9D8B030D-6E8A-4147-A177-3AD203B41FA5}">
                      <a16:colId xmlns:a16="http://schemas.microsoft.com/office/drawing/2014/main" val="33873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clk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감탄로드돋움체 Bold TTF" pitchFamily="2" charset="-127"/>
                        <a:ea typeface="감탄로드돋움체 Bold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msec[6:0]</a:t>
                      </a:r>
                      <a:endParaRPr lang="ko-KR" altLang="en-US" sz="1200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2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reset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9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sec[5:0]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1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left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4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right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3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up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min[5:0]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3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down</a:t>
                      </a:r>
                      <a:endParaRPr lang="ko-KR" altLang="en-US" sz="1200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a typeface="감탄로드돋움체 Regular TTF" pitchFamily="2" charset="-127"/>
                        </a:rPr>
                        <a:t>hour[4:0]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a typeface="감탄로드돋움체 Regular TTF" pitchFamily="2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11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감탄로드돋움체 Regular TTF" pitchFamily="2" charset="-127"/>
                          <a:ea typeface="감탄로드돋움체 Regular TTF" pitchFamily="2" charset="-127"/>
                        </a:rPr>
                        <a:t>sw_2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37157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38522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205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감탄로드돋움체 Regular TTF" pitchFamily="2" charset="-127"/>
                        <a:ea typeface="감탄로드돋움체 Regular TTF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66150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67E7E6-60B8-58F5-E83E-203CF03DF477}"/>
              </a:ext>
            </a:extLst>
          </p:cNvPr>
          <p:cNvSpPr/>
          <p:nvPr/>
        </p:nvSpPr>
        <p:spPr>
          <a:xfrm>
            <a:off x="7518111" y="2163156"/>
            <a:ext cx="1231899" cy="71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tick_gen_100hz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5AF26F-162F-1C2B-8404-6A7F0A310A3C}"/>
              </a:ext>
            </a:extLst>
          </p:cNvPr>
          <p:cNvSpPr/>
          <p:nvPr/>
        </p:nvSpPr>
        <p:spPr>
          <a:xfrm>
            <a:off x="8968089" y="2400752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msec_counter</a:t>
            </a:r>
            <a:endParaRPr lang="ko-KR" altLang="en-US" sz="11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B934FF-EAA3-AAB3-9595-7B4BBFF73292}"/>
              </a:ext>
            </a:extLst>
          </p:cNvPr>
          <p:cNvSpPr/>
          <p:nvPr/>
        </p:nvSpPr>
        <p:spPr>
          <a:xfrm>
            <a:off x="8968089" y="3956134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min_counter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A78631-62A1-1B26-292F-935F11EEAABB}"/>
              </a:ext>
            </a:extLst>
          </p:cNvPr>
          <p:cNvSpPr/>
          <p:nvPr/>
        </p:nvSpPr>
        <p:spPr>
          <a:xfrm>
            <a:off x="8968089" y="3155679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sec_counter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A98313-85CA-7606-10D0-89256CD89361}"/>
              </a:ext>
            </a:extLst>
          </p:cNvPr>
          <p:cNvSpPr/>
          <p:nvPr/>
        </p:nvSpPr>
        <p:spPr>
          <a:xfrm>
            <a:off x="8968089" y="4736895"/>
            <a:ext cx="1231899" cy="571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hour_counter</a:t>
            </a:r>
            <a:endParaRPr lang="ko-KR" altLang="en-US" sz="12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BA8264-D017-1D8D-9680-A9AEAF51C11A}"/>
              </a:ext>
            </a:extLst>
          </p:cNvPr>
          <p:cNvSpPr/>
          <p:nvPr/>
        </p:nvSpPr>
        <p:spPr>
          <a:xfrm>
            <a:off x="7518111" y="3206106"/>
            <a:ext cx="1231899" cy="71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watch_modify</a:t>
            </a:r>
            <a:endParaRPr lang="en-US" altLang="ko-KR" sz="1100" dirty="0" smtClean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_</a:t>
            </a:r>
            <a:r>
              <a:rPr lang="en-US" altLang="ko-KR" sz="1100" dirty="0" err="1" smtClean="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</a:rPr>
              <a:t>sel</a:t>
            </a:r>
            <a:endParaRPr lang="ko-KR" altLang="en-US" sz="1100" dirty="0">
              <a:solidFill>
                <a:schemeClr val="tx1"/>
              </a:solidFill>
              <a:latin typeface="감탄로드돋움체 Bold TTF" pitchFamily="2" charset="-127"/>
              <a:ea typeface="감탄로드돋움체 Bold TTF" pitchFamily="2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C00DD19-5291-E649-C04E-D58DEF63F3D3}"/>
              </a:ext>
            </a:extLst>
          </p:cNvPr>
          <p:cNvSpPr txBox="1">
            <a:spLocks/>
          </p:cNvSpPr>
          <p:nvPr/>
        </p:nvSpPr>
        <p:spPr>
          <a:xfrm>
            <a:off x="7174991" y="5766060"/>
            <a:ext cx="1918138" cy="445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j-cs"/>
              </a:defRPr>
            </a:lvl1pPr>
          </a:lstStyle>
          <a:p>
            <a:r>
              <a:rPr lang="en-US" altLang="ko-KR" sz="1800" dirty="0" err="1"/>
              <a:t>watch_datapath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02043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D1DC-58BC-1348-BACA-96805442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83913" y="1798271"/>
            <a:ext cx="11590998" cy="49359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B28C040-D04A-407E-5EB3-5BA79F63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Watch Verification Scenario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6DDFF02-5685-2C6B-BAAC-58510B5B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88" y="1884618"/>
            <a:ext cx="7607711" cy="4758055"/>
          </a:xfrm>
        </p:spPr>
        <p:txBody>
          <a:bodyPr>
            <a:normAutofit/>
          </a:bodyPr>
          <a:lstStyle/>
          <a:p>
            <a:r>
              <a:rPr lang="ko-KR" altLang="en-US" dirty="0"/>
              <a:t>입력 데이터 값을 랜덤으로 생성해 </a:t>
            </a:r>
            <a:r>
              <a:rPr lang="en-US" altLang="ko-KR" dirty="0"/>
              <a:t>Watch </a:t>
            </a:r>
            <a:r>
              <a:rPr lang="ko-KR" altLang="en-US" dirty="0"/>
              <a:t>시간 수정 동작 확인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랜덤 생성 데이터</a:t>
            </a:r>
            <a:endParaRPr lang="en-US" altLang="ko-KR" dirty="0"/>
          </a:p>
          <a:p>
            <a:pPr marL="609600" lvl="1" indent="-342900"/>
            <a:r>
              <a:rPr lang="en-US" altLang="ko-KR" dirty="0"/>
              <a:t>left, right, up, down, sw_2</a:t>
            </a:r>
          </a:p>
          <a:p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/>
              <a:t>left/right </a:t>
            </a:r>
          </a:p>
          <a:p>
            <a:pPr lvl="2"/>
            <a:r>
              <a:rPr lang="en-US" altLang="ko-KR" dirty="0"/>
              <a:t>FND</a:t>
            </a:r>
            <a:r>
              <a:rPr lang="ko-KR" altLang="en-US" dirty="0"/>
              <a:t>의 왼쪽 값 </a:t>
            </a:r>
            <a:r>
              <a:rPr lang="en-US" altLang="ko-KR" dirty="0"/>
              <a:t>/ </a:t>
            </a:r>
            <a:r>
              <a:rPr lang="ko-KR" altLang="en-US" dirty="0"/>
              <a:t>오른쪽 값 선택</a:t>
            </a:r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/>
              <a:t>up/down </a:t>
            </a:r>
          </a:p>
          <a:p>
            <a:pPr lvl="2"/>
            <a:r>
              <a:rPr lang="ko-KR" altLang="en-US" dirty="0"/>
              <a:t>시간 증가 </a:t>
            </a:r>
            <a:r>
              <a:rPr lang="en-US" altLang="ko-KR" dirty="0"/>
              <a:t>/ </a:t>
            </a:r>
            <a:r>
              <a:rPr lang="ko-KR" altLang="en-US" dirty="0"/>
              <a:t>감소</a:t>
            </a:r>
            <a:endParaRPr lang="en-US" altLang="ko-KR" dirty="0"/>
          </a:p>
          <a:p>
            <a:pPr marL="88900" lvl="1" indent="0">
              <a:buNone/>
            </a:pPr>
            <a:r>
              <a:rPr lang="en-US" altLang="ko-KR" b="1" dirty="0"/>
              <a:t>sw_2 </a:t>
            </a:r>
          </a:p>
          <a:p>
            <a:pPr lvl="2"/>
            <a:r>
              <a:rPr lang="en-US" altLang="ko-KR" dirty="0"/>
              <a:t>0 -&gt; sec/msec </a:t>
            </a:r>
          </a:p>
          <a:p>
            <a:pPr lvl="2"/>
            <a:r>
              <a:rPr lang="en-US" altLang="ko-KR" dirty="0"/>
              <a:t>1 -&gt; hour/min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548979E-A345-F37B-4ABA-E5F46A974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32449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</p:txBody>
      </p:sp>
      <p:pic>
        <p:nvPicPr>
          <p:cNvPr id="2" name="그림 1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31F1F-C261-CB0B-B433-828D3F7C1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193" y="2347015"/>
            <a:ext cx="7043219" cy="410141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275486D-5464-D18B-040C-7B9756015312}"/>
              </a:ext>
            </a:extLst>
          </p:cNvPr>
          <p:cNvSpPr/>
          <p:nvPr/>
        </p:nvSpPr>
        <p:spPr>
          <a:xfrm>
            <a:off x="9416529" y="5368694"/>
            <a:ext cx="543548" cy="3438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44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2367-F1E8-A3FD-F284-48120072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6210769" y="1830998"/>
            <a:ext cx="5047781" cy="4765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86219" y="1830998"/>
            <a:ext cx="4349281" cy="4765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D19B38-3521-8100-BE0A-AD13916B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Watch Verification Timing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A23B2575-CF7B-EA77-A25A-E632B17A0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31800"/>
            <a:ext cx="4191000" cy="3937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4414089F-B981-32D5-C0CB-214FE7B7B839}"/>
              </a:ext>
            </a:extLst>
          </p:cNvPr>
          <p:cNvSpPr txBox="1">
            <a:spLocks/>
          </p:cNvSpPr>
          <p:nvPr/>
        </p:nvSpPr>
        <p:spPr>
          <a:xfrm>
            <a:off x="286219" y="1919513"/>
            <a:ext cx="4191000" cy="14713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감탄로드돋움체 Bold TTF" pitchFamily="2" charset="-127"/>
                <a:ea typeface="감탄로드돋움체 Bold TTF" pitchFamily="2" charset="-127"/>
                <a:cs typeface="+mn-cs"/>
              </a:defRPr>
            </a:lvl1pPr>
            <a:lvl2pPr marL="2667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2pPr>
            <a:lvl3pPr marL="5334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3pPr>
            <a:lvl4pPr marL="812800" indent="-1905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4pPr>
            <a:lvl5pPr marL="990600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감탄로드돋움체 Regular TTF" pitchFamily="2" charset="-127"/>
                <a:ea typeface="감탄로드돋움체 Regular TTF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1" indent="0">
              <a:buNone/>
            </a:pPr>
            <a:r>
              <a:rPr lang="en-US" altLang="ko-KR" b="1" dirty="0"/>
              <a:t>Driving Timing</a:t>
            </a:r>
          </a:p>
          <a:p>
            <a:pPr lvl="1"/>
            <a:r>
              <a:rPr lang="en-US" altLang="ko-KR" dirty="0" err="1"/>
              <a:t>negedge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left, right, up, down</a:t>
            </a:r>
            <a:r>
              <a:rPr lang="ko-KR" altLang="en-US" dirty="0"/>
              <a:t>값 </a:t>
            </a:r>
            <a:r>
              <a:rPr lang="en-US" altLang="ko-KR" dirty="0"/>
              <a:t>1clk</a:t>
            </a:r>
            <a:r>
              <a:rPr lang="ko-KR" altLang="en-US" dirty="0"/>
              <a:t>만 유지</a:t>
            </a:r>
            <a:r>
              <a:rPr lang="en-US" altLang="ko-KR" dirty="0"/>
              <a:t>(</a:t>
            </a:r>
            <a:r>
              <a:rPr lang="ko-KR" altLang="en-US" dirty="0"/>
              <a:t>중복 동작 방지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  <a:p>
            <a:pPr marL="88900" lvl="1" indent="0">
              <a:buNone/>
            </a:pPr>
            <a:endParaRPr lang="en-US" altLang="ko-KR" dirty="0"/>
          </a:p>
        </p:txBody>
      </p:sp>
      <p:pic>
        <p:nvPicPr>
          <p:cNvPr id="4" name="그림 3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C634AD-763E-10BD-9261-2D1405BDD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98" y="3479415"/>
            <a:ext cx="3991441" cy="2646432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5FF672-A07F-42A3-7C36-522D1E375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69" y="2847013"/>
            <a:ext cx="3314987" cy="35131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134100" y="1830998"/>
            <a:ext cx="54387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lvl="1" indent="0">
              <a:buNone/>
            </a:pPr>
            <a:r>
              <a:rPr lang="en-US" altLang="ko-KR" b="1" dirty="0"/>
              <a:t>Sampling </a:t>
            </a:r>
            <a:r>
              <a:rPr lang="en-US" altLang="ko-KR" b="1" dirty="0" smtClean="0"/>
              <a:t>Timing</a:t>
            </a:r>
          </a:p>
          <a:p>
            <a:pPr marL="3746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posedge</a:t>
            </a:r>
            <a:r>
              <a:rPr lang="en-US" altLang="ko-KR" dirty="0" smtClean="0"/>
              <a:t>(gen </a:t>
            </a:r>
            <a:r>
              <a:rPr lang="en-US" altLang="ko-KR" dirty="0" err="1"/>
              <a:t>1clk</a:t>
            </a:r>
            <a:r>
              <a:rPr lang="en-US" altLang="ko-KR" dirty="0"/>
              <a:t> </a:t>
            </a:r>
            <a:r>
              <a:rPr lang="ko-KR" altLang="en-US" dirty="0"/>
              <a:t>후</a:t>
            </a:r>
            <a:r>
              <a:rPr lang="en-US" altLang="ko-KR" dirty="0" smtClean="0"/>
              <a:t>)</a:t>
            </a:r>
          </a:p>
          <a:p>
            <a:pPr marL="3746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negedge</a:t>
            </a:r>
            <a:r>
              <a:rPr lang="ko-KR" altLang="en-US" dirty="0"/>
              <a:t>에서 시간 데이터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(</a:t>
            </a:r>
            <a:r>
              <a:rPr lang="ko-KR" altLang="en-US" dirty="0"/>
              <a:t>안정성 고려</a:t>
            </a:r>
            <a:r>
              <a:rPr lang="en-US" altLang="ko-KR" dirty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735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E800-8AFF-5F79-D8BD-6FACB2C7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76AEA-A3EB-6381-099C-C2A6551F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Watch</a:t>
            </a:r>
            <a:r>
              <a:rPr lang="ko-KR" altLang="en-US" dirty="0"/>
              <a:t> </a:t>
            </a:r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6FC771-A018-31CB-9BBA-FC33E136F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0086" cy="4351338"/>
          </a:xfrm>
        </p:spPr>
        <p:txBody>
          <a:bodyPr/>
          <a:lstStyle/>
          <a:p>
            <a:r>
              <a:rPr lang="en-US" altLang="ko-KR" b="1" dirty="0"/>
              <a:t>DUT</a:t>
            </a:r>
            <a:r>
              <a:rPr lang="ko-KR" altLang="en-US" b="1" dirty="0"/>
              <a:t>와 </a:t>
            </a:r>
            <a:r>
              <a:rPr lang="en-US" altLang="ko-KR" b="1" dirty="0"/>
              <a:t>Testbench</a:t>
            </a:r>
            <a:r>
              <a:rPr lang="ko-KR" altLang="en-US" b="1" dirty="0"/>
              <a:t>의 </a:t>
            </a:r>
            <a:r>
              <a:rPr lang="en-US" altLang="ko-KR" b="1" dirty="0"/>
              <a:t>Timing</a:t>
            </a:r>
            <a:r>
              <a:rPr lang="ko-KR" altLang="en-US" b="1" dirty="0"/>
              <a:t>이 어긋남</a:t>
            </a:r>
            <a:endParaRPr lang="en-US" altLang="ko-KR" b="1" dirty="0"/>
          </a:p>
          <a:p>
            <a:pPr marL="342900" indent="-342900">
              <a:buFontTx/>
              <a:buChar char="-"/>
            </a:pPr>
            <a:r>
              <a:rPr lang="en-US" altLang="ko-KR" dirty="0"/>
              <a:t>Driving, Sampling Timing</a:t>
            </a:r>
            <a:r>
              <a:rPr lang="ko-KR" altLang="en-US" dirty="0"/>
              <a:t>을 다양하게 바꾸어 시도해보았지만 해결되지 않음</a:t>
            </a:r>
            <a:endParaRPr lang="en-US" altLang="ko-KR" dirty="0"/>
          </a:p>
          <a:p>
            <a:pPr marL="342900" indent="-342900">
              <a:buFontTx/>
              <a:buChar char="-"/>
            </a:pPr>
            <a:endParaRPr lang="en-US" altLang="ko-KR" dirty="0"/>
          </a:p>
          <a:p>
            <a:pPr marL="609600" lvl="1" indent="-342900">
              <a:buFontTx/>
              <a:buChar char="-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BA1C76-C826-089A-9F94-BB377BA8C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 descr="텍스트, 스크린샷, 폰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819899-A65E-B8B8-1897-4DE9FF03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85" y="1995488"/>
            <a:ext cx="3657917" cy="2636748"/>
          </a:xfrm>
          <a:prstGeom prst="rect">
            <a:avLst/>
          </a:prstGeom>
        </p:spPr>
      </p:pic>
      <p:pic>
        <p:nvPicPr>
          <p:cNvPr id="11" name="그림 10" descr="스크린샷, 텍스트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80B5FD-7F73-9E19-8664-FDFC65B3B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11" y="3838744"/>
            <a:ext cx="5476405" cy="279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73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EB76-C8B5-BA4C-3ECD-34C87726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B3FF-63E1-C5A2-9F55-7B551B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9CC76-16E9-FD75-AED1-078C5EFB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15857" cy="4351338"/>
          </a:xfrm>
        </p:spPr>
        <p:txBody>
          <a:bodyPr/>
          <a:lstStyle/>
          <a:p>
            <a:r>
              <a:rPr lang="en-US" altLang="ko-KR" b="1" dirty="0"/>
              <a:t>DUT</a:t>
            </a:r>
            <a:r>
              <a:rPr lang="ko-KR" altLang="en-US" b="1" dirty="0"/>
              <a:t>와 </a:t>
            </a:r>
            <a:r>
              <a:rPr lang="en-US" altLang="ko-KR" b="1" dirty="0"/>
              <a:t>Testbench</a:t>
            </a:r>
            <a:r>
              <a:rPr lang="ko-KR" altLang="en-US" b="1" dirty="0"/>
              <a:t>의 </a:t>
            </a:r>
            <a:r>
              <a:rPr lang="en-US" altLang="ko-KR" b="1" dirty="0"/>
              <a:t>Timing</a:t>
            </a:r>
            <a:r>
              <a:rPr lang="ko-KR" altLang="en-US" b="1" dirty="0"/>
              <a:t>이 어긋남</a:t>
            </a:r>
            <a:endParaRPr lang="en-US" altLang="ko-KR" b="1" dirty="0"/>
          </a:p>
          <a:p>
            <a:pPr marL="342900" indent="-342900">
              <a:buFontTx/>
              <a:buChar char="-"/>
            </a:pPr>
            <a:r>
              <a:rPr lang="en-US" altLang="ko-KR" dirty="0"/>
              <a:t>Driving, Sampling Timing</a:t>
            </a:r>
            <a:r>
              <a:rPr lang="ko-KR" altLang="en-US" dirty="0"/>
              <a:t>을 다양하게 바꾸어 시도해보았지만 해결되지 않음</a:t>
            </a:r>
            <a:endParaRPr lang="en-US" altLang="ko-KR" dirty="0"/>
          </a:p>
          <a:p>
            <a:pPr marL="342900" indent="-342900">
              <a:buFontTx/>
              <a:buChar char="-"/>
            </a:pPr>
            <a:endParaRPr lang="en-US" altLang="ko-KR" dirty="0"/>
          </a:p>
          <a:p>
            <a:pPr marL="609600" lvl="1" indent="-342900">
              <a:buFontTx/>
              <a:buChar char="-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44EFA-1079-EC15-9442-FB8CA04E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193609-678B-15CE-80FB-420986A69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44" y="1995488"/>
            <a:ext cx="4770533" cy="3292125"/>
          </a:xfrm>
          <a:prstGeom prst="rect">
            <a:avLst/>
          </a:prstGeom>
        </p:spPr>
      </p:pic>
      <p:pic>
        <p:nvPicPr>
          <p:cNvPr id="9" name="그림 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4BF9EE-92C3-99E7-7779-69C9D5CB1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546" y="5549860"/>
            <a:ext cx="3635055" cy="9144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198" y="4648828"/>
            <a:ext cx="2644729" cy="17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479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EB76-C8B5-BA4C-3ECD-34C87726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B3FF-63E1-C5A2-9F55-7B551B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9CC76-16E9-FD75-AED1-078C5EFB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250715" cy="1178832"/>
          </a:xfrm>
        </p:spPr>
        <p:txBody>
          <a:bodyPr/>
          <a:lstStyle/>
          <a:p>
            <a:r>
              <a:rPr lang="en-US" altLang="ko-KR" dirty="0" smtClean="0"/>
              <a:t>Expected Data</a:t>
            </a:r>
          </a:p>
          <a:p>
            <a:r>
              <a:rPr lang="en-US" altLang="ko-KR" dirty="0" smtClean="0"/>
              <a:t>waveform </a:t>
            </a:r>
            <a:r>
              <a:rPr lang="ko-KR" altLang="en-US" dirty="0" smtClean="0"/>
              <a:t>처럼 </a:t>
            </a:r>
            <a:r>
              <a:rPr lang="en-US" altLang="ko-KR" dirty="0" smtClean="0"/>
              <a:t>hour </a:t>
            </a:r>
            <a:r>
              <a:rPr lang="ko-KR" altLang="en-US" dirty="0" smtClean="0"/>
              <a:t>값 증가해야 하는데 </a:t>
            </a:r>
            <a:r>
              <a:rPr lang="en-US" altLang="ko-KR" dirty="0" smtClean="0"/>
              <a:t>sec</a:t>
            </a:r>
            <a:r>
              <a:rPr lang="ko-KR" altLang="en-US" dirty="0" smtClean="0"/>
              <a:t> 증가 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sw_2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 오류</a:t>
            </a:r>
            <a:endParaRPr lang="en-US" altLang="ko-KR" dirty="0"/>
          </a:p>
          <a:p>
            <a:pPr marL="609600" lvl="1" indent="-342900">
              <a:buFontTx/>
              <a:buChar char="-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44EFA-1079-EC15-9442-FB8CA04E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5" y="3120166"/>
            <a:ext cx="7319896" cy="33774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31" y="3120166"/>
            <a:ext cx="4582164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96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EB76-C8B5-BA4C-3ECD-34C87726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B3FF-63E1-C5A2-9F55-7B551B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9CC76-16E9-FD75-AED1-078C5EFB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250715" cy="1178832"/>
          </a:xfrm>
        </p:spPr>
        <p:txBody>
          <a:bodyPr/>
          <a:lstStyle/>
          <a:p>
            <a:r>
              <a:rPr lang="en-US" altLang="ko-KR" dirty="0" smtClean="0"/>
              <a:t>gen -&gt; </a:t>
            </a:r>
            <a:r>
              <a:rPr lang="en-US" altLang="ko-KR" dirty="0" err="1" smtClean="0"/>
              <a:t>drv</a:t>
            </a:r>
            <a:r>
              <a:rPr lang="en-US" altLang="ko-KR" dirty="0" smtClean="0"/>
              <a:t> -&gt; mon -&gt; </a:t>
            </a:r>
            <a:r>
              <a:rPr lang="en-US" altLang="ko-KR" dirty="0" err="1" smtClean="0"/>
              <a:t>scb</a:t>
            </a:r>
            <a:r>
              <a:rPr lang="en-US" altLang="ko-KR" dirty="0" smtClean="0"/>
              <a:t> </a:t>
            </a:r>
            <a:r>
              <a:rPr lang="ko-KR" altLang="en-US" dirty="0" smtClean="0"/>
              <a:t>확인해 보면</a:t>
            </a:r>
            <a:endParaRPr lang="en-US" altLang="ko-KR" dirty="0" smtClean="0"/>
          </a:p>
          <a:p>
            <a:r>
              <a:rPr lang="en-US" altLang="ko-KR" dirty="0" smtClean="0"/>
              <a:t>up </a:t>
            </a:r>
            <a:r>
              <a:rPr lang="ko-KR" altLang="en-US" dirty="0" smtClean="0"/>
              <a:t>값은 제대로 이동하는데 </a:t>
            </a:r>
            <a:r>
              <a:rPr lang="en-US" altLang="ko-KR" dirty="0" err="1" smtClean="0"/>
              <a:t>sw_2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drv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이었다가 </a:t>
            </a:r>
            <a:r>
              <a:rPr lang="en-US" altLang="ko-KR" dirty="0" smtClean="0"/>
              <a:t>mon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인 것 확인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44EFA-1079-EC15-9442-FB8CA04E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54" y="3564938"/>
            <a:ext cx="8529472" cy="24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61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EB76-C8B5-BA4C-3ECD-34C87726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B3FF-63E1-C5A2-9F55-7B551B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9CC76-16E9-FD75-AED1-078C5EFB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499" y="1869169"/>
            <a:ext cx="10250715" cy="1178832"/>
          </a:xfrm>
        </p:spPr>
        <p:txBody>
          <a:bodyPr/>
          <a:lstStyle/>
          <a:p>
            <a:r>
              <a:rPr lang="ko-KR" altLang="en-US" dirty="0" smtClean="0"/>
              <a:t>설계 검증</a:t>
            </a:r>
            <a:endParaRPr lang="en-US" altLang="ko-KR" dirty="0"/>
          </a:p>
          <a:p>
            <a:r>
              <a:rPr lang="en-US" altLang="ko-KR" dirty="0" smtClean="0"/>
              <a:t>monitor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interface</a:t>
            </a:r>
            <a:r>
              <a:rPr lang="ko-KR" altLang="en-US" dirty="0" smtClean="0"/>
              <a:t>의 값을 받아올 때</a:t>
            </a:r>
            <a:endParaRPr lang="en-US" altLang="ko-KR" dirty="0" smtClean="0"/>
          </a:p>
          <a:p>
            <a:r>
              <a:rPr lang="en-US" altLang="ko-KR" dirty="0" err="1" smtClean="0"/>
              <a:t>sw_2</a:t>
            </a:r>
            <a:r>
              <a:rPr lang="ko-KR" altLang="en-US" dirty="0"/>
              <a:t> </a:t>
            </a:r>
            <a:r>
              <a:rPr lang="ko-KR" altLang="en-US" dirty="0" smtClean="0"/>
              <a:t>누락 발견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44EFA-1079-EC15-9442-FB8CA04E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829" y="1995488"/>
            <a:ext cx="3502779" cy="46497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087" y="2834663"/>
            <a:ext cx="286742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34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EB76-C8B5-BA4C-3ECD-34C87726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B3FF-63E1-C5A2-9F55-7B551B34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Watch Trouble Shooting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9CC76-16E9-FD75-AED1-078C5EFB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499" y="1869169"/>
            <a:ext cx="10250715" cy="801460"/>
          </a:xfrm>
        </p:spPr>
        <p:txBody>
          <a:bodyPr/>
          <a:lstStyle/>
          <a:p>
            <a:r>
              <a:rPr lang="en-US" altLang="ko-KR" dirty="0" err="1" smtClean="0"/>
              <a:t>sw_2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 받아오니 </a:t>
            </a:r>
            <a:r>
              <a:rPr lang="en-US" altLang="ko-KR" dirty="0" smtClean="0"/>
              <a:t>All Pass 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44EFA-1079-EC15-9442-FB8CA04E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431800"/>
            <a:ext cx="4571637" cy="4191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Content04</a:t>
            </a:r>
            <a:r>
              <a:rPr lang="en-US" altLang="ko-KR" dirty="0"/>
              <a:t>. Watch Verification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99" y="2805634"/>
            <a:ext cx="2928684" cy="38919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387" y="4872787"/>
            <a:ext cx="2641834" cy="176593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650" y="2843679"/>
            <a:ext cx="615400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5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1773</Words>
  <Application>Microsoft Office PowerPoint</Application>
  <PresentationFormat>와이드스크린</PresentationFormat>
  <Paragraphs>449</Paragraphs>
  <Slides>42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8" baseType="lpstr">
      <vt:lpstr>감탄로드돋움체 Bold TTF</vt:lpstr>
      <vt:lpstr>감탄로드돋움체 Regular TTF</vt:lpstr>
      <vt:lpstr>감탄로드돋움체 Thin TTF</vt:lpstr>
      <vt:lpstr>맑은 고딕</vt:lpstr>
      <vt:lpstr>Arial</vt:lpstr>
      <vt:lpstr>Office 테마</vt:lpstr>
      <vt:lpstr>Stopwatch/Watch UART/FIFO 검증 팀프로젝트</vt:lpstr>
      <vt:lpstr>목차</vt:lpstr>
      <vt:lpstr>UART FIFO  INTRODUCE</vt:lpstr>
      <vt:lpstr>Test RTL Structure</vt:lpstr>
      <vt:lpstr>UART Frame Structure</vt:lpstr>
      <vt:lpstr>FIFO Operation</vt:lpstr>
      <vt:lpstr>Verification System Structure Diagram</vt:lpstr>
      <vt:lpstr>UART FIFO  VERIFICATION</vt:lpstr>
      <vt:lpstr>Verification Scenario</vt:lpstr>
      <vt:lpstr>Simulator and Checker Block Diagram</vt:lpstr>
      <vt:lpstr>Operation Message</vt:lpstr>
      <vt:lpstr>Operation and Signal Flow Diagram</vt:lpstr>
      <vt:lpstr>Simulator Implementation (1/2)</vt:lpstr>
      <vt:lpstr>Simulator Implementation (2/2)</vt:lpstr>
      <vt:lpstr>Driving Timing</vt:lpstr>
      <vt:lpstr>Sampling Timing</vt:lpstr>
      <vt:lpstr>Waveform Analyzing (1/4)</vt:lpstr>
      <vt:lpstr>Waveform Analyzing (2/4)</vt:lpstr>
      <vt:lpstr>Waveform Analyzing (3/4)</vt:lpstr>
      <vt:lpstr>Waveform Analyzing (4/4)</vt:lpstr>
      <vt:lpstr>Debug Messages</vt:lpstr>
      <vt:lpstr>Trouble Shooting</vt:lpstr>
      <vt:lpstr>Stopwatch Verification</vt:lpstr>
      <vt:lpstr>Stopwatch Datapath Structure</vt:lpstr>
      <vt:lpstr>Stopwatch Verification Scenario</vt:lpstr>
      <vt:lpstr>Stopwatch Verification Scenario</vt:lpstr>
      <vt:lpstr>Stopwatch Verification Timing</vt:lpstr>
      <vt:lpstr>Stopwatch Trouble Shooting</vt:lpstr>
      <vt:lpstr>Stopwatch Trouble Shooting</vt:lpstr>
      <vt:lpstr>Stopwatch Trouble Shooting</vt:lpstr>
      <vt:lpstr>Stopwatch Trouble Shooting</vt:lpstr>
      <vt:lpstr>Stopwatch Trouble Shooting</vt:lpstr>
      <vt:lpstr>Watch Verification</vt:lpstr>
      <vt:lpstr>Watch Datapath Structure</vt:lpstr>
      <vt:lpstr>Watch Verification Scenario</vt:lpstr>
      <vt:lpstr>Watch Verification Timing</vt:lpstr>
      <vt:lpstr>Watch Trouble Shooting</vt:lpstr>
      <vt:lpstr> Watch Trouble Shooting</vt:lpstr>
      <vt:lpstr> Watch Trouble Shooting</vt:lpstr>
      <vt:lpstr> Watch Trouble Shooting</vt:lpstr>
      <vt:lpstr> Watch Trouble Shooting</vt:lpstr>
      <vt:lpstr> Watch Trouble 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Project 2 - 검증</dc:title>
  <dc:creator>신성민</dc:creator>
  <cp:lastModifiedBy>kccistc</cp:lastModifiedBy>
  <cp:revision>182</cp:revision>
  <dcterms:created xsi:type="dcterms:W3CDTF">2026-02-28T13:23:57Z</dcterms:created>
  <dcterms:modified xsi:type="dcterms:W3CDTF">2026-05-26T12:41:39Z</dcterms:modified>
</cp:coreProperties>
</file>